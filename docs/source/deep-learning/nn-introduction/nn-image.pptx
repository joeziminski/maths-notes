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9E0B"/>
    <a:srgbClr val="FFFFFF"/>
    <a:srgbClr val="FBBF24"/>
    <a:srgbClr val="D97706"/>
    <a:srgbClr val="F8C64A"/>
    <a:srgbClr val="FFCC00"/>
    <a:srgbClr val="FF9933"/>
    <a:srgbClr val="FDE6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8" autoAdjust="0"/>
    <p:restoredTop sz="94660"/>
  </p:normalViewPr>
  <p:slideViewPr>
    <p:cSldViewPr snapToGrid="0">
      <p:cViewPr>
        <p:scale>
          <a:sx n="200" d="100"/>
          <a:sy n="200" d="100"/>
        </p:scale>
        <p:origin x="-492" y="-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44574-C099-4C02-AAC9-6FA0585525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E9FF5-D726-4430-9ED3-01C405A2DC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68030-EDEF-4EB9-A276-40999618A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3A3D-B8FD-408C-89CB-84E8ADAB88BF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5D1B6-D3BD-4406-AD0F-8BFE51FFD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75BD4-A982-4066-B0F3-7F3872F49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907DF-BDCD-4220-BCA1-1FD1F3297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019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E7036-0DA1-4274-B913-8D6558DEB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362F1-8635-42B8-9098-078C83556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8BB9C-0888-4B81-A1FD-F1E7DF863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3A3D-B8FD-408C-89CB-84E8ADAB88BF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EE7F6-5A28-46F9-AAAD-B4A192EF7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75854-4627-425F-99E5-CD0EA20BA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907DF-BDCD-4220-BCA1-1FD1F3297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1508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1E0E5-6A23-4E74-85B6-3062E7418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925A7-F682-44B9-8DD9-488FC985B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24FB0-3D9A-4078-993C-AB8133450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3A3D-B8FD-408C-89CB-84E8ADAB88BF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005DA-D2B0-44CE-9822-C6F58D702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587C2-6B30-44A3-9D89-70F7DF59C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907DF-BDCD-4220-BCA1-1FD1F3297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146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68339-B2BE-4090-9342-F654F9CE2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1CBCE-6A36-4500-B5A6-9E6967395C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832E2-DEC3-4344-97C1-7508FD38D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AA28B4-FCEC-436F-9356-33896B916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3A3D-B8FD-408C-89CB-84E8ADAB88BF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A19C9-B061-4054-AB85-29AD36C40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84646-3133-4E5A-B8E0-63405B1A2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907DF-BDCD-4220-BCA1-1FD1F3297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4999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A1F12-3694-4D1E-BBA8-85D3AEF09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A9F3F-A030-4752-BF88-C13BC1737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6F0FB-76FD-4B21-BB7A-FE447C460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912C34-D644-4575-B01B-8BC111E804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2483AF-874F-4D9E-A020-4D7C97334B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148D8B-7107-47BE-861D-6E097F7CC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3A3D-B8FD-408C-89CB-84E8ADAB88BF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79D037-670D-4400-B1E4-07E0E2800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8C17AA-2E0C-4B2F-B951-85ABFE606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907DF-BDCD-4220-BCA1-1FD1F3297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869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43FA8-123A-4998-AAF0-B8FDE6A12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696869-2243-454C-9BF7-D9C871E73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3A3D-B8FD-408C-89CB-84E8ADAB88BF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C58AEA-DDF8-46F4-9EC9-006A9AD88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06EFD2-4804-4F7B-8B7A-5894407B6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907DF-BDCD-4220-BCA1-1FD1F3297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6799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BD0DA6-D105-432F-9DBC-1FEC3DEC0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3A3D-B8FD-408C-89CB-84E8ADAB88BF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57D7AC-2711-4312-8A3A-71C595120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A15FD-DBE1-46D6-9662-C80C6AC9E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907DF-BDCD-4220-BCA1-1FD1F3297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810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F662A-AF8B-4762-858C-EE9817531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5295E-692B-4A83-89C6-F551B25ED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84C71-D880-4DE8-A9B5-67A91B649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0C42B7-64E3-4A49-844D-DBC729C4F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3A3D-B8FD-408C-89CB-84E8ADAB88BF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6D8E7-8023-4A61-B0A1-BE22D7478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8DA71C-4ECE-4CF3-807D-853D7D687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907DF-BDCD-4220-BCA1-1FD1F3297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4173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D044C-0D56-429C-95C4-1B417B54F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E97D56-D369-48E6-B686-103F1FE3A0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8040A-BE7B-4D3D-A22D-A143D4A26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BA927-65E0-462C-ACF7-21A7F29D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3A3D-B8FD-408C-89CB-84E8ADAB88BF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BD2B6-827D-4B60-B455-4D81665F3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788FF5-CBC7-46FE-A863-484782AE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907DF-BDCD-4220-BCA1-1FD1F3297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0699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6B0DF-9046-40D0-9AAA-A48CE392D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3C4098-649E-44DC-98B2-2081EE8FC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4B0D7-C96E-4FA4-8DBD-5DD898A9B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3A3D-B8FD-408C-89CB-84E8ADAB88BF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2E716-5C73-4CDA-859A-B57BCE6AA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8ED22-F248-4240-99FE-C6FC90410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907DF-BDCD-4220-BCA1-1FD1F3297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8983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685DC3-F5B1-4400-A7A2-7F90B1AECA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DB50E6-D437-41CB-AE28-C91433021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C0BA4-7F91-4C11-984C-598D56A72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23A3D-B8FD-408C-89CB-84E8ADAB88BF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AF22A-BEEA-4761-B377-6D0994065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7821C-115B-4E22-804E-BABA0F505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907DF-BDCD-4220-BCA1-1FD1F3297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2084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22AD4-4365-485A-A33F-EACB9F559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C9709-1FF9-46D5-B246-A704F7ADD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06B8D-AF3E-44B6-84AE-F600922701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23A3D-B8FD-408C-89CB-84E8ADAB88BF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91DAD-EB54-4292-A12B-062EA44F58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C2E0C-F380-4850-AA7E-4EE3F78FD4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907DF-BDCD-4220-BCA1-1FD1F3297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440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roup 215">
            <a:extLst>
              <a:ext uri="{FF2B5EF4-FFF2-40B4-BE49-F238E27FC236}">
                <a16:creationId xmlns:a16="http://schemas.microsoft.com/office/drawing/2014/main" id="{0C8C5305-D93B-4C7F-8FB2-6CE7EA21A5BC}"/>
              </a:ext>
            </a:extLst>
          </p:cNvPr>
          <p:cNvGrpSpPr/>
          <p:nvPr/>
        </p:nvGrpSpPr>
        <p:grpSpPr>
          <a:xfrm>
            <a:off x="1321457" y="559463"/>
            <a:ext cx="3293867" cy="3218149"/>
            <a:chOff x="1321457" y="559463"/>
            <a:chExt cx="3293867" cy="321814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5DB13BF-4883-4DD3-8E4C-2847883D9651}"/>
                </a:ext>
              </a:extLst>
            </p:cNvPr>
            <p:cNvSpPr txBox="1"/>
            <p:nvPr/>
          </p:nvSpPr>
          <p:spPr>
            <a:xfrm>
              <a:off x="1543419" y="1559056"/>
              <a:ext cx="242374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9936720-431E-4852-8D11-38B2079FE260}"/>
                </a:ext>
              </a:extLst>
            </p:cNvPr>
            <p:cNvSpPr txBox="1"/>
            <p:nvPr/>
          </p:nvSpPr>
          <p:spPr>
            <a:xfrm>
              <a:off x="2450550" y="1677281"/>
              <a:ext cx="242374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</p:txBody>
        </p: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597DA18-EA28-4A4F-8E83-426FE8C04159}"/>
                </a:ext>
              </a:extLst>
            </p:cNvPr>
            <p:cNvCxnSpPr>
              <a:cxnSpLocks/>
            </p:cNvCxnSpPr>
            <p:nvPr/>
          </p:nvCxnSpPr>
          <p:spPr>
            <a:xfrm>
              <a:off x="1651819" y="837708"/>
              <a:ext cx="926199" cy="1415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7F040792-75D7-40DD-A971-62A77D7F9C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2834" y="979293"/>
              <a:ext cx="935184" cy="2118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D52D7C26-75BD-4EF6-B2ED-6824A2D705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69517" y="985192"/>
              <a:ext cx="908501" cy="5250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568F9F78-0CA9-4737-9F8B-960CB12E95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6093" y="985192"/>
              <a:ext cx="920126" cy="19225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80F86DD2-870A-42BF-A83F-2E245D6CB849}"/>
                </a:ext>
              </a:extLst>
            </p:cNvPr>
            <p:cNvCxnSpPr>
              <a:cxnSpLocks/>
            </p:cNvCxnSpPr>
            <p:nvPr/>
          </p:nvCxnSpPr>
          <p:spPr>
            <a:xfrm>
              <a:off x="1653447" y="1193893"/>
              <a:ext cx="912772" cy="1275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21A1CDAA-7D5A-494A-844D-40485F22EDAC}"/>
                </a:ext>
              </a:extLst>
            </p:cNvPr>
            <p:cNvCxnSpPr>
              <a:cxnSpLocks/>
            </p:cNvCxnSpPr>
            <p:nvPr/>
          </p:nvCxnSpPr>
          <p:spPr>
            <a:xfrm>
              <a:off x="1669517" y="839033"/>
              <a:ext cx="920300" cy="49422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8199D7C1-0749-4A28-99B0-96F6ABBD8190}"/>
                </a:ext>
              </a:extLst>
            </p:cNvPr>
            <p:cNvCxnSpPr>
              <a:cxnSpLocks/>
            </p:cNvCxnSpPr>
            <p:nvPr/>
          </p:nvCxnSpPr>
          <p:spPr>
            <a:xfrm>
              <a:off x="1657306" y="837708"/>
              <a:ext cx="932511" cy="83180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EFEDF26F-F79D-43D4-8095-37FF875B4E61}"/>
                </a:ext>
              </a:extLst>
            </p:cNvPr>
            <p:cNvCxnSpPr>
              <a:cxnSpLocks/>
            </p:cNvCxnSpPr>
            <p:nvPr/>
          </p:nvCxnSpPr>
          <p:spPr>
            <a:xfrm>
              <a:off x="1655939" y="831760"/>
              <a:ext cx="922079" cy="197633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0984138A-9E88-4F23-8309-75BB05103621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64" y="1197005"/>
              <a:ext cx="928453" cy="45481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E71F1B08-D549-4429-96B1-644B852C951C}"/>
                </a:ext>
              </a:extLst>
            </p:cNvPr>
            <p:cNvCxnSpPr>
              <a:cxnSpLocks/>
            </p:cNvCxnSpPr>
            <p:nvPr/>
          </p:nvCxnSpPr>
          <p:spPr>
            <a:xfrm>
              <a:off x="1664692" y="1207389"/>
              <a:ext cx="925125" cy="162430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B82FDC38-33E1-4637-8851-E9D8897D71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72631" y="1327355"/>
              <a:ext cx="917186" cy="18037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42738A06-BAE0-4D33-9405-60B5EFF50675}"/>
                </a:ext>
              </a:extLst>
            </p:cNvPr>
            <p:cNvCxnSpPr>
              <a:cxnSpLocks/>
            </p:cNvCxnSpPr>
            <p:nvPr/>
          </p:nvCxnSpPr>
          <p:spPr>
            <a:xfrm>
              <a:off x="1683687" y="1512902"/>
              <a:ext cx="906130" cy="1271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A791303D-8C54-4CE2-B26B-8198ACDC3B1F}"/>
                </a:ext>
              </a:extLst>
            </p:cNvPr>
            <p:cNvCxnSpPr>
              <a:cxnSpLocks/>
            </p:cNvCxnSpPr>
            <p:nvPr/>
          </p:nvCxnSpPr>
          <p:spPr>
            <a:xfrm>
              <a:off x="1683687" y="1527874"/>
              <a:ext cx="912029" cy="129791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6CE8A937-905C-403C-A2C6-ED48E1DAFA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4190" y="2819892"/>
              <a:ext cx="935627" cy="7425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DED8B3F8-3782-4433-B6EF-868F71E839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60371" y="1321455"/>
              <a:ext cx="923546" cy="155788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BCECB155-C5C6-4001-A7DB-D582DDAD76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3335" y="1645920"/>
              <a:ext cx="930582" cy="124023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9649FBC7-98FA-40BA-8B7A-43B82A50FE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3573" y="967494"/>
              <a:ext cx="824455" cy="2149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0A2621EA-B0C6-459F-A5B5-3D56C9241D78}"/>
                </a:ext>
              </a:extLst>
            </p:cNvPr>
            <p:cNvCxnSpPr>
              <a:cxnSpLocks/>
            </p:cNvCxnSpPr>
            <p:nvPr/>
          </p:nvCxnSpPr>
          <p:spPr>
            <a:xfrm>
              <a:off x="2560140" y="966474"/>
              <a:ext cx="855586" cy="36678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6C7BD3ED-F863-4399-8D58-9FAE673854CC}"/>
                </a:ext>
              </a:extLst>
            </p:cNvPr>
            <p:cNvCxnSpPr>
              <a:cxnSpLocks/>
            </p:cNvCxnSpPr>
            <p:nvPr/>
          </p:nvCxnSpPr>
          <p:spPr>
            <a:xfrm>
              <a:off x="2574310" y="966200"/>
              <a:ext cx="835517" cy="6915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EE1BFF2B-8B29-44F4-A3F1-85988ED94A06}"/>
                </a:ext>
              </a:extLst>
            </p:cNvPr>
            <p:cNvCxnSpPr>
              <a:cxnSpLocks/>
            </p:cNvCxnSpPr>
            <p:nvPr/>
          </p:nvCxnSpPr>
          <p:spPr>
            <a:xfrm>
              <a:off x="2554543" y="959388"/>
              <a:ext cx="867083" cy="186050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402CAAE5-16D2-4A15-8B95-35505AE953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9323" y="973394"/>
              <a:ext cx="848705" cy="3395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21346266-C941-4F1F-933E-9F9514A35BE0}"/>
                </a:ext>
              </a:extLst>
            </p:cNvPr>
            <p:cNvCxnSpPr>
              <a:cxnSpLocks/>
            </p:cNvCxnSpPr>
            <p:nvPr/>
          </p:nvCxnSpPr>
          <p:spPr>
            <a:xfrm>
              <a:off x="2578242" y="1330783"/>
              <a:ext cx="861082" cy="1427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F660F9C0-4D0D-4027-B74F-3F049490F61D}"/>
                </a:ext>
              </a:extLst>
            </p:cNvPr>
            <p:cNvCxnSpPr>
              <a:cxnSpLocks/>
            </p:cNvCxnSpPr>
            <p:nvPr/>
          </p:nvCxnSpPr>
          <p:spPr>
            <a:xfrm>
              <a:off x="2592008" y="1319723"/>
              <a:ext cx="817819" cy="34389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CE82B7A5-1161-4FF7-A67B-F3859C1E92F1}"/>
                </a:ext>
              </a:extLst>
            </p:cNvPr>
            <p:cNvCxnSpPr>
              <a:cxnSpLocks/>
            </p:cNvCxnSpPr>
            <p:nvPr/>
          </p:nvCxnSpPr>
          <p:spPr>
            <a:xfrm>
              <a:off x="2568410" y="1306059"/>
              <a:ext cx="870914" cy="153743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E5CC436C-515A-4BF1-805F-7F2C0D4800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0209" y="979293"/>
              <a:ext cx="823719" cy="67252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33F1FD20-1262-487E-A289-349ACB7948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5016" y="1339154"/>
              <a:ext cx="824811" cy="32763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8745D838-4D7D-4D16-B0F3-E9D231925F54}"/>
                </a:ext>
              </a:extLst>
            </p:cNvPr>
            <p:cNvCxnSpPr>
              <a:cxnSpLocks/>
            </p:cNvCxnSpPr>
            <p:nvPr/>
          </p:nvCxnSpPr>
          <p:spPr>
            <a:xfrm>
              <a:off x="2578751" y="1657296"/>
              <a:ext cx="807479" cy="42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0AFE5B67-72C6-45A1-A728-93955BA5B9E6}"/>
                </a:ext>
              </a:extLst>
            </p:cNvPr>
            <p:cNvCxnSpPr>
              <a:cxnSpLocks/>
            </p:cNvCxnSpPr>
            <p:nvPr/>
          </p:nvCxnSpPr>
          <p:spPr>
            <a:xfrm>
              <a:off x="2566956" y="1637765"/>
              <a:ext cx="854670" cy="115263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056DEAB8-250B-4839-87AC-5919FF29F5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9314" y="979293"/>
              <a:ext cx="766916" cy="180520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3A04A05F-D6B9-43F1-B474-D133CF1BF6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91024" y="1333254"/>
              <a:ext cx="807004" cy="14722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30F806F-0A6A-44E8-8D76-B22D422593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9553" y="1645920"/>
              <a:ext cx="824375" cy="115376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1367D210-A483-4FA3-9559-EE4171466655}"/>
                </a:ext>
              </a:extLst>
            </p:cNvPr>
            <p:cNvCxnSpPr>
              <a:cxnSpLocks/>
            </p:cNvCxnSpPr>
            <p:nvPr/>
          </p:nvCxnSpPr>
          <p:spPr>
            <a:xfrm>
              <a:off x="2543718" y="2794066"/>
              <a:ext cx="877908" cy="1992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10F85D3E-8C9E-4A50-9F50-80511BBFCA89}"/>
                </a:ext>
              </a:extLst>
            </p:cNvPr>
            <p:cNvCxnSpPr>
              <a:cxnSpLocks/>
            </p:cNvCxnSpPr>
            <p:nvPr/>
          </p:nvCxnSpPr>
          <p:spPr>
            <a:xfrm>
              <a:off x="3394321" y="952975"/>
              <a:ext cx="806020" cy="3389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B19137BD-B5DE-4E45-8421-4DD6B1DFCA0D}"/>
                </a:ext>
              </a:extLst>
            </p:cNvPr>
            <p:cNvCxnSpPr>
              <a:cxnSpLocks/>
            </p:cNvCxnSpPr>
            <p:nvPr/>
          </p:nvCxnSpPr>
          <p:spPr>
            <a:xfrm>
              <a:off x="3358567" y="975494"/>
              <a:ext cx="841774" cy="67632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660E4527-4A6D-424F-9B79-24FE10AA19C2}"/>
                </a:ext>
              </a:extLst>
            </p:cNvPr>
            <p:cNvCxnSpPr>
              <a:cxnSpLocks/>
            </p:cNvCxnSpPr>
            <p:nvPr/>
          </p:nvCxnSpPr>
          <p:spPr>
            <a:xfrm>
              <a:off x="3381434" y="993557"/>
              <a:ext cx="854303" cy="102402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0E774BA1-AC2D-46A6-BAB7-945C47926A2B}"/>
                </a:ext>
              </a:extLst>
            </p:cNvPr>
            <p:cNvCxnSpPr>
              <a:cxnSpLocks/>
            </p:cNvCxnSpPr>
            <p:nvPr/>
          </p:nvCxnSpPr>
          <p:spPr>
            <a:xfrm>
              <a:off x="3372267" y="980433"/>
              <a:ext cx="816275" cy="174506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C7178384-E716-47B6-B485-5404BFC74B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3103" y="1291959"/>
              <a:ext cx="795439" cy="3257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A22F79B9-73B2-490F-946D-958FF7FC5D60}"/>
                </a:ext>
              </a:extLst>
            </p:cNvPr>
            <p:cNvCxnSpPr>
              <a:cxnSpLocks/>
            </p:cNvCxnSpPr>
            <p:nvPr/>
          </p:nvCxnSpPr>
          <p:spPr>
            <a:xfrm>
              <a:off x="3393103" y="1329886"/>
              <a:ext cx="806020" cy="3389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BF6904AB-8548-4D17-BCBB-1B6E02BF2B44}"/>
                </a:ext>
              </a:extLst>
            </p:cNvPr>
            <p:cNvCxnSpPr>
              <a:cxnSpLocks/>
            </p:cNvCxnSpPr>
            <p:nvPr/>
          </p:nvCxnSpPr>
          <p:spPr>
            <a:xfrm>
              <a:off x="3417613" y="1353370"/>
              <a:ext cx="788627" cy="65241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AB634394-BD86-41B9-BCD3-AC9E6ECF2B54}"/>
                </a:ext>
              </a:extLst>
            </p:cNvPr>
            <p:cNvCxnSpPr>
              <a:cxnSpLocks/>
            </p:cNvCxnSpPr>
            <p:nvPr/>
          </p:nvCxnSpPr>
          <p:spPr>
            <a:xfrm>
              <a:off x="3405501" y="1348641"/>
              <a:ext cx="806638" cy="13827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3A364B62-3891-474B-AFE8-A660F7227C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2909" y="1297858"/>
              <a:ext cx="813331" cy="36301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7D9EA7B7-43AC-4C2E-8CE2-1CEAC4411A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3738" y="1663618"/>
              <a:ext cx="754804" cy="1366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9D8ED410-9381-4437-8AA9-A6F25AE0113E}"/>
                </a:ext>
              </a:extLst>
            </p:cNvPr>
            <p:cNvCxnSpPr>
              <a:cxnSpLocks/>
            </p:cNvCxnSpPr>
            <p:nvPr/>
          </p:nvCxnSpPr>
          <p:spPr>
            <a:xfrm>
              <a:off x="3405809" y="1654089"/>
              <a:ext cx="806020" cy="3389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A9A72B89-C0D8-4B45-9E28-BABF12A19F36}"/>
                </a:ext>
              </a:extLst>
            </p:cNvPr>
            <p:cNvCxnSpPr>
              <a:cxnSpLocks/>
            </p:cNvCxnSpPr>
            <p:nvPr/>
          </p:nvCxnSpPr>
          <p:spPr>
            <a:xfrm>
              <a:off x="3388421" y="1665876"/>
              <a:ext cx="817819" cy="106552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7C3FEC10-EFBA-42FF-B77C-D2B7566F80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5809" y="1297858"/>
              <a:ext cx="770934" cy="149479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ADB9C6E1-9C11-4689-95D1-B71556031D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9413" y="1645920"/>
              <a:ext cx="800928" cy="115175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DBA28E61-94E3-4B74-9BD2-F3E0D358EF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5726" y="1952687"/>
              <a:ext cx="802313" cy="83770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0C3A6C61-A680-4724-8E04-2D67964858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7162" y="2701905"/>
              <a:ext cx="800877" cy="8019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68352D2-8826-48AA-8FFB-07513BC7110F}"/>
                </a:ext>
              </a:extLst>
            </p:cNvPr>
            <p:cNvSpPr txBox="1"/>
            <p:nvPr/>
          </p:nvSpPr>
          <p:spPr>
            <a:xfrm>
              <a:off x="4070612" y="1896323"/>
              <a:ext cx="24237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E4B36BD4-55D3-497A-9BFC-DA4B34AA704D}"/>
                </a:ext>
              </a:extLst>
            </p:cNvPr>
            <p:cNvGrpSpPr/>
            <p:nvPr/>
          </p:nvGrpSpPr>
          <p:grpSpPr>
            <a:xfrm>
              <a:off x="4087723" y="1184796"/>
              <a:ext cx="369172" cy="310126"/>
              <a:chOff x="1552576" y="642938"/>
              <a:chExt cx="369172" cy="310126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A96329B6-B262-44FE-9E61-9DF7B4D0D6DF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8A6EA82-C90C-4070-98F4-739657382D9D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1</a:t>
                </a: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61F49486-62F6-4610-BC0B-59F40D566724}"/>
                </a:ext>
              </a:extLst>
            </p:cNvPr>
            <p:cNvGrpSpPr/>
            <p:nvPr/>
          </p:nvGrpSpPr>
          <p:grpSpPr>
            <a:xfrm>
              <a:off x="4087723" y="1535888"/>
              <a:ext cx="369172" cy="310126"/>
              <a:chOff x="1552576" y="642938"/>
              <a:chExt cx="369172" cy="310126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123F5DFE-ED93-4BC2-995A-7457771E915B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ACF30CF7-3B69-4356-86E2-5829118C72BA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2</a:t>
                </a: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AA0974A8-332F-48F9-9B01-B03E0EA41E11}"/>
                </a:ext>
              </a:extLst>
            </p:cNvPr>
            <p:cNvGrpSpPr/>
            <p:nvPr/>
          </p:nvGrpSpPr>
          <p:grpSpPr>
            <a:xfrm>
              <a:off x="4087723" y="2604322"/>
              <a:ext cx="438100" cy="310126"/>
              <a:chOff x="1552576" y="642938"/>
              <a:chExt cx="438100" cy="310126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14582E16-BAF3-4510-9E63-E3D8DC033BA0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C5D98DB1-5B7D-4042-9CE1-D99ED9DDA878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32252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10</a:t>
                </a:r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C0A577C2-3BEE-4282-AE58-C67D1BCFE150}"/>
                </a:ext>
              </a:extLst>
            </p:cNvPr>
            <p:cNvGrpSpPr/>
            <p:nvPr/>
          </p:nvGrpSpPr>
          <p:grpSpPr>
            <a:xfrm>
              <a:off x="4087723" y="1866454"/>
              <a:ext cx="369172" cy="310126"/>
              <a:chOff x="1552576" y="642938"/>
              <a:chExt cx="369172" cy="310126"/>
            </a:xfrm>
          </p:grpSpPr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D5D7D1A6-3AF8-4765-AB73-96243ACB72ED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95AF81BE-FECD-4CD8-8BB6-20E9ABE3B35B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3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CCB624E-56FB-4CA7-8611-48C19EDCCC5D}"/>
                </a:ext>
              </a:extLst>
            </p:cNvPr>
            <p:cNvGrpSpPr/>
            <p:nvPr/>
          </p:nvGrpSpPr>
          <p:grpSpPr>
            <a:xfrm>
              <a:off x="1567015" y="737160"/>
              <a:ext cx="369172" cy="310126"/>
              <a:chOff x="1552576" y="642938"/>
              <a:chExt cx="369172" cy="310126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83105C2-8874-4C98-B275-68DCF72DF923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1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AD644A6-1472-4BA6-9F8B-741D98300748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5C5A433-E5A9-4137-BE9A-171B11F955E9}"/>
                </a:ext>
              </a:extLst>
            </p:cNvPr>
            <p:cNvGrpSpPr/>
            <p:nvPr/>
          </p:nvGrpSpPr>
          <p:grpSpPr>
            <a:xfrm>
              <a:off x="1567015" y="1088252"/>
              <a:ext cx="369172" cy="310126"/>
              <a:chOff x="1552576" y="642938"/>
              <a:chExt cx="369172" cy="310126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44D7B54-679F-40C9-AA14-4428F9A7A9DF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252F02F-29B4-4AF4-BBA2-9A0786A75B6B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2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04659F4F-1FAC-458E-8AFC-7B7A60E3D506}"/>
                </a:ext>
              </a:extLst>
            </p:cNvPr>
            <p:cNvGrpSpPr/>
            <p:nvPr/>
          </p:nvGrpSpPr>
          <p:grpSpPr>
            <a:xfrm>
              <a:off x="1567015" y="1413413"/>
              <a:ext cx="369172" cy="310126"/>
              <a:chOff x="1552576" y="642938"/>
              <a:chExt cx="369172" cy="310126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F5F9F659-DDC8-4974-B517-932F39963647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610E9AD-2F92-4FB3-B393-8EFD85D2EA93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3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ADB07B84-086F-4D8A-B4AE-2F7B421BE387}"/>
                </a:ext>
              </a:extLst>
            </p:cNvPr>
            <p:cNvGrpSpPr/>
            <p:nvPr/>
          </p:nvGrpSpPr>
          <p:grpSpPr>
            <a:xfrm>
              <a:off x="1567015" y="2811503"/>
              <a:ext cx="507030" cy="310126"/>
              <a:chOff x="1552576" y="642938"/>
              <a:chExt cx="507030" cy="310126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73A25CBD-1C79-4EAC-9D17-B24024D72045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C9921EF-9C02-4B6B-9C6D-9D36FAED9F47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39145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784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26B008E4-71C3-4D73-9279-EF277138E1A6}"/>
                </a:ext>
              </a:extLst>
            </p:cNvPr>
            <p:cNvGrpSpPr/>
            <p:nvPr/>
          </p:nvGrpSpPr>
          <p:grpSpPr>
            <a:xfrm>
              <a:off x="2472874" y="871801"/>
              <a:ext cx="369172" cy="310126"/>
              <a:chOff x="1552576" y="642938"/>
              <a:chExt cx="369172" cy="310126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3EFF7D59-F55B-4F0A-B4B0-0018201A3306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C7FF01E-C136-4B6A-81AF-DD9D2228DFBE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1</a:t>
                </a: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FE1C11EB-FAE7-4A41-945C-7ABEFD12E28D}"/>
                </a:ext>
              </a:extLst>
            </p:cNvPr>
            <p:cNvGrpSpPr/>
            <p:nvPr/>
          </p:nvGrpSpPr>
          <p:grpSpPr>
            <a:xfrm>
              <a:off x="2472874" y="1222893"/>
              <a:ext cx="369172" cy="310126"/>
              <a:chOff x="1552576" y="642938"/>
              <a:chExt cx="369172" cy="310126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51E61DBC-FC18-4E82-836F-AB943349798A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4382412-9676-456D-AFB6-DB8894B7CD9A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2</a:t>
                </a: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20F666B5-620F-493A-9146-4280D408B412}"/>
                </a:ext>
              </a:extLst>
            </p:cNvPr>
            <p:cNvGrpSpPr/>
            <p:nvPr/>
          </p:nvGrpSpPr>
          <p:grpSpPr>
            <a:xfrm>
              <a:off x="2472874" y="1548054"/>
              <a:ext cx="369172" cy="310126"/>
              <a:chOff x="1552576" y="642938"/>
              <a:chExt cx="369172" cy="310126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41057218-DFA4-48EC-BCC0-F3645872176A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2438F1F-ED20-4A5B-9C5A-DD6A9DAB314D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3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FF16FA5-6728-4EE1-A8A7-6A4C6D4204D9}"/>
                </a:ext>
              </a:extLst>
            </p:cNvPr>
            <p:cNvGrpSpPr/>
            <p:nvPr/>
          </p:nvGrpSpPr>
          <p:grpSpPr>
            <a:xfrm>
              <a:off x="2472874" y="2689859"/>
              <a:ext cx="507030" cy="310126"/>
              <a:chOff x="1552576" y="642938"/>
              <a:chExt cx="507030" cy="310126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761EA848-7133-4608-97BA-771316733D9E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4934844-18A3-43CA-AA23-49FAB84F0016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39145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512</a:t>
                </a: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36888EF-49BE-4CDE-B2CC-70E86E7196CC}"/>
                </a:ext>
              </a:extLst>
            </p:cNvPr>
            <p:cNvSpPr txBox="1"/>
            <p:nvPr/>
          </p:nvSpPr>
          <p:spPr>
            <a:xfrm>
              <a:off x="3274748" y="1677281"/>
              <a:ext cx="242374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4FBBB1DE-34C0-4D27-9D9E-9E95C5B217EE}"/>
                </a:ext>
              </a:extLst>
            </p:cNvPr>
            <p:cNvGrpSpPr/>
            <p:nvPr/>
          </p:nvGrpSpPr>
          <p:grpSpPr>
            <a:xfrm>
              <a:off x="3297071" y="871801"/>
              <a:ext cx="369172" cy="310126"/>
              <a:chOff x="1552576" y="642938"/>
              <a:chExt cx="369172" cy="310126"/>
            </a:xfrm>
          </p:grpSpPr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3B75B6E7-B8DC-47A5-87FE-8DE66A3BB6C2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8C746D02-F387-44F8-9D72-F03A89AFBCD9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1</a:t>
                </a: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2AF9FE23-7479-4CA6-A0B7-0243ECDEE64F}"/>
                </a:ext>
              </a:extLst>
            </p:cNvPr>
            <p:cNvGrpSpPr/>
            <p:nvPr/>
          </p:nvGrpSpPr>
          <p:grpSpPr>
            <a:xfrm>
              <a:off x="3297071" y="1222893"/>
              <a:ext cx="369172" cy="310126"/>
              <a:chOff x="1552576" y="642938"/>
              <a:chExt cx="369172" cy="310126"/>
            </a:xfrm>
          </p:grpSpPr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1C76C32E-77F0-4E64-9E89-A31C7BE0384B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1E6AC8BC-428F-4358-A931-BA633ADA6E58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2</a:t>
                </a: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50185714-EFB6-4EFC-AC29-45B21C0BA234}"/>
                </a:ext>
              </a:extLst>
            </p:cNvPr>
            <p:cNvGrpSpPr/>
            <p:nvPr/>
          </p:nvGrpSpPr>
          <p:grpSpPr>
            <a:xfrm>
              <a:off x="3297071" y="2689859"/>
              <a:ext cx="507030" cy="310126"/>
              <a:chOff x="1552576" y="642938"/>
              <a:chExt cx="507030" cy="310126"/>
            </a:xfrm>
          </p:grpSpPr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2B0A3613-9A76-4AF2-8DF8-7F83FA2E0274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59813DAC-CC8E-4C8C-848A-E94DBCBEEA08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39145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512</a:t>
                </a:r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831133A1-5784-4C38-8B34-FF275731B658}"/>
                </a:ext>
              </a:extLst>
            </p:cNvPr>
            <p:cNvGrpSpPr/>
            <p:nvPr/>
          </p:nvGrpSpPr>
          <p:grpSpPr>
            <a:xfrm>
              <a:off x="3297071" y="1548054"/>
              <a:ext cx="369172" cy="310126"/>
              <a:chOff x="1552576" y="642938"/>
              <a:chExt cx="369172" cy="310126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8C0A41B8-DDB8-4582-968D-0B77E16A4AFC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335964CB-112E-49CB-B307-B23BC2537DE8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3</a:t>
                </a:r>
              </a:p>
            </p:txBody>
          </p:sp>
        </p:grp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0EA97ADC-4EA8-40BF-BB72-636A337709A3}"/>
                </a:ext>
              </a:extLst>
            </p:cNvPr>
            <p:cNvSpPr/>
            <p:nvPr/>
          </p:nvSpPr>
          <p:spPr>
            <a:xfrm>
              <a:off x="1321457" y="560439"/>
              <a:ext cx="777721" cy="2696005"/>
            </a:xfrm>
            <a:prstGeom prst="rect">
              <a:avLst/>
            </a:prstGeom>
            <a:noFill/>
            <a:ln w="476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27BF5DE9-4F8E-4B5E-AF2E-DFA9C1CCC188}"/>
                </a:ext>
              </a:extLst>
            </p:cNvPr>
            <p:cNvSpPr/>
            <p:nvPr/>
          </p:nvSpPr>
          <p:spPr>
            <a:xfrm>
              <a:off x="3792299" y="559463"/>
              <a:ext cx="777721" cy="2696005"/>
            </a:xfrm>
            <a:prstGeom prst="rect">
              <a:avLst/>
            </a:prstGeom>
            <a:noFill/>
            <a:ln w="476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5FE8373A-EFD2-4A4F-9C5E-0C17CFF5864C}"/>
                </a:ext>
              </a:extLst>
            </p:cNvPr>
            <p:cNvSpPr txBox="1"/>
            <p:nvPr/>
          </p:nvSpPr>
          <p:spPr>
            <a:xfrm>
              <a:off x="1361503" y="3236994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98B3439C-F53A-480A-B902-2B6642FDDD69}"/>
                </a:ext>
              </a:extLst>
            </p:cNvPr>
            <p:cNvSpPr txBox="1"/>
            <p:nvPr/>
          </p:nvSpPr>
          <p:spPr>
            <a:xfrm>
              <a:off x="3738161" y="3268849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Output</a:t>
              </a: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5C571F96-7B0B-415F-9B89-EB027D087BB8}"/>
                </a:ext>
              </a:extLst>
            </p:cNvPr>
            <p:cNvSpPr txBox="1"/>
            <p:nvPr/>
          </p:nvSpPr>
          <p:spPr>
            <a:xfrm>
              <a:off x="2242455" y="3408280"/>
              <a:ext cx="1423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Arial" panose="020B0604020202020204" pitchFamily="34" charset="0"/>
                  <a:cs typeface="Arial" panose="020B0604020202020204" pitchFamily="34" charset="0"/>
                </a:rPr>
                <a:t>Learn p(y|</a:t>
              </a:r>
              <a:r>
                <a:rPr lang="en-GB" b="1" dirty="0">
                  <a:latin typeface="Arial" panose="020B0604020202020204" pitchFamily="34" charset="0"/>
                  <a:cs typeface="Arial" panose="020B0604020202020204" pitchFamily="34" charset="0"/>
                </a:rPr>
                <a:t>x)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3350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F5B10-F3FC-AECB-3270-716F898BC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5D972B4-DEAE-EF39-9EAE-84CA15E843DD}"/>
              </a:ext>
            </a:extLst>
          </p:cNvPr>
          <p:cNvGrpSpPr/>
          <p:nvPr/>
        </p:nvGrpSpPr>
        <p:grpSpPr>
          <a:xfrm>
            <a:off x="1525224" y="466317"/>
            <a:ext cx="3000599" cy="2655312"/>
            <a:chOff x="1525224" y="466317"/>
            <a:chExt cx="3000599" cy="265531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1F9E68C-0821-F9AE-92FB-99C02A15564E}"/>
                </a:ext>
              </a:extLst>
            </p:cNvPr>
            <p:cNvSpPr txBox="1"/>
            <p:nvPr/>
          </p:nvSpPr>
          <p:spPr>
            <a:xfrm>
              <a:off x="1543419" y="1559056"/>
              <a:ext cx="242374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1A5DAEF-9F50-1A9C-F299-00D2CE23BD38}"/>
                </a:ext>
              </a:extLst>
            </p:cNvPr>
            <p:cNvSpPr txBox="1"/>
            <p:nvPr/>
          </p:nvSpPr>
          <p:spPr>
            <a:xfrm>
              <a:off x="2450550" y="1677281"/>
              <a:ext cx="242374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</p:txBody>
        </p: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D15A7AE3-9E2E-8B87-8C0F-2BE357A7CE6E}"/>
                </a:ext>
              </a:extLst>
            </p:cNvPr>
            <p:cNvCxnSpPr>
              <a:cxnSpLocks/>
            </p:cNvCxnSpPr>
            <p:nvPr/>
          </p:nvCxnSpPr>
          <p:spPr>
            <a:xfrm>
              <a:off x="1651819" y="837708"/>
              <a:ext cx="926199" cy="1415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DBCACAE-3CE4-A0CC-3324-4EC83C160E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2834" y="979293"/>
              <a:ext cx="935184" cy="2118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B9B67CCB-7BA4-5D5C-A9FB-8780A28E9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69517" y="985192"/>
              <a:ext cx="908501" cy="5250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4C247128-75B3-EDB5-BB68-44968B0E2D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6093" y="985192"/>
              <a:ext cx="920126" cy="19225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77D4DB52-3B81-3FCD-9A96-DCE82A3AD4EE}"/>
                </a:ext>
              </a:extLst>
            </p:cNvPr>
            <p:cNvCxnSpPr>
              <a:cxnSpLocks/>
            </p:cNvCxnSpPr>
            <p:nvPr/>
          </p:nvCxnSpPr>
          <p:spPr>
            <a:xfrm>
              <a:off x="1653447" y="1193893"/>
              <a:ext cx="912772" cy="1275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3DF94CC7-1AF2-4707-9B0A-BE183540630C}"/>
                </a:ext>
              </a:extLst>
            </p:cNvPr>
            <p:cNvCxnSpPr>
              <a:cxnSpLocks/>
            </p:cNvCxnSpPr>
            <p:nvPr/>
          </p:nvCxnSpPr>
          <p:spPr>
            <a:xfrm>
              <a:off x="1669517" y="839033"/>
              <a:ext cx="920300" cy="49422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E871E22-BAB4-DB14-2D3D-CBBA2EEAC8D1}"/>
                </a:ext>
              </a:extLst>
            </p:cNvPr>
            <p:cNvCxnSpPr>
              <a:cxnSpLocks/>
            </p:cNvCxnSpPr>
            <p:nvPr/>
          </p:nvCxnSpPr>
          <p:spPr>
            <a:xfrm>
              <a:off x="1657306" y="837708"/>
              <a:ext cx="932511" cy="83180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A16A0660-06E9-3E6F-13D0-488FF8CC2E93}"/>
                </a:ext>
              </a:extLst>
            </p:cNvPr>
            <p:cNvCxnSpPr>
              <a:cxnSpLocks/>
            </p:cNvCxnSpPr>
            <p:nvPr/>
          </p:nvCxnSpPr>
          <p:spPr>
            <a:xfrm>
              <a:off x="1655939" y="831760"/>
              <a:ext cx="922079" cy="197633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7E728B63-5B32-71A8-FFD9-6F8D180D549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64" y="1197005"/>
              <a:ext cx="928453" cy="45481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2C00C82B-BAC4-76E4-EA60-B6024F9DF724}"/>
                </a:ext>
              </a:extLst>
            </p:cNvPr>
            <p:cNvCxnSpPr>
              <a:cxnSpLocks/>
            </p:cNvCxnSpPr>
            <p:nvPr/>
          </p:nvCxnSpPr>
          <p:spPr>
            <a:xfrm>
              <a:off x="1664692" y="1207389"/>
              <a:ext cx="925125" cy="162430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4A2A0DE5-C920-A849-5FEC-A80861E870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72631" y="1327355"/>
              <a:ext cx="917186" cy="18037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448EF0E3-B108-90B8-F39A-75581DD7CBB2}"/>
                </a:ext>
              </a:extLst>
            </p:cNvPr>
            <p:cNvCxnSpPr>
              <a:cxnSpLocks/>
            </p:cNvCxnSpPr>
            <p:nvPr/>
          </p:nvCxnSpPr>
          <p:spPr>
            <a:xfrm>
              <a:off x="1683687" y="1512902"/>
              <a:ext cx="906130" cy="1271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AE383A32-52C3-5135-155C-2C2002BB997F}"/>
                </a:ext>
              </a:extLst>
            </p:cNvPr>
            <p:cNvCxnSpPr>
              <a:cxnSpLocks/>
            </p:cNvCxnSpPr>
            <p:nvPr/>
          </p:nvCxnSpPr>
          <p:spPr>
            <a:xfrm>
              <a:off x="1683687" y="1527874"/>
              <a:ext cx="912029" cy="129791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0FA7A118-1B4A-2BE0-79C6-B02BAA84FE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4190" y="2819892"/>
              <a:ext cx="935627" cy="7425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3499D4E-8CE7-E694-0F52-83AC2F19D1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60371" y="1321455"/>
              <a:ext cx="923546" cy="155788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DC7A515-E9DC-D457-28BD-C19A1C4985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3335" y="1645920"/>
              <a:ext cx="930582" cy="124023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39DD3B56-962B-41FA-4412-802F27A06B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3573" y="967494"/>
              <a:ext cx="824455" cy="2149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E25FD4EB-849F-2543-FD66-5D5EBF22344C}"/>
                </a:ext>
              </a:extLst>
            </p:cNvPr>
            <p:cNvCxnSpPr>
              <a:cxnSpLocks/>
            </p:cNvCxnSpPr>
            <p:nvPr/>
          </p:nvCxnSpPr>
          <p:spPr>
            <a:xfrm>
              <a:off x="2560140" y="966474"/>
              <a:ext cx="855586" cy="36678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6D110BA4-93E8-83C4-D513-D205772F513A}"/>
                </a:ext>
              </a:extLst>
            </p:cNvPr>
            <p:cNvCxnSpPr>
              <a:cxnSpLocks/>
            </p:cNvCxnSpPr>
            <p:nvPr/>
          </p:nvCxnSpPr>
          <p:spPr>
            <a:xfrm>
              <a:off x="2574310" y="966200"/>
              <a:ext cx="835517" cy="6915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261B75C9-EEFF-B58D-424C-4BE04B7C9F00}"/>
                </a:ext>
              </a:extLst>
            </p:cNvPr>
            <p:cNvCxnSpPr>
              <a:cxnSpLocks/>
            </p:cNvCxnSpPr>
            <p:nvPr/>
          </p:nvCxnSpPr>
          <p:spPr>
            <a:xfrm>
              <a:off x="2554543" y="959388"/>
              <a:ext cx="867083" cy="186050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426CEA59-C892-1C5B-7023-3798851C2C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9323" y="973394"/>
              <a:ext cx="848705" cy="3395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3A31E076-3D89-9954-525B-09484D186A98}"/>
                </a:ext>
              </a:extLst>
            </p:cNvPr>
            <p:cNvCxnSpPr>
              <a:cxnSpLocks/>
            </p:cNvCxnSpPr>
            <p:nvPr/>
          </p:nvCxnSpPr>
          <p:spPr>
            <a:xfrm>
              <a:off x="2578242" y="1330783"/>
              <a:ext cx="861082" cy="1427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91C4A4A0-C402-B5E0-676D-24C8D949D79A}"/>
                </a:ext>
              </a:extLst>
            </p:cNvPr>
            <p:cNvCxnSpPr>
              <a:cxnSpLocks/>
            </p:cNvCxnSpPr>
            <p:nvPr/>
          </p:nvCxnSpPr>
          <p:spPr>
            <a:xfrm>
              <a:off x="2592008" y="1319723"/>
              <a:ext cx="817819" cy="34389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8EBF0DCE-14A4-21BA-43B7-5D78BBDEADAC}"/>
                </a:ext>
              </a:extLst>
            </p:cNvPr>
            <p:cNvCxnSpPr>
              <a:cxnSpLocks/>
            </p:cNvCxnSpPr>
            <p:nvPr/>
          </p:nvCxnSpPr>
          <p:spPr>
            <a:xfrm>
              <a:off x="2568410" y="1306059"/>
              <a:ext cx="870914" cy="153743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A58EBD38-2A53-1783-4992-7197153B0D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0209" y="979293"/>
              <a:ext cx="823719" cy="67252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2ACD3104-574A-9848-E449-A5BCDEA421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5016" y="1339154"/>
              <a:ext cx="824811" cy="32763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2C56F781-CEE5-6CE1-2590-948561D3B704}"/>
                </a:ext>
              </a:extLst>
            </p:cNvPr>
            <p:cNvCxnSpPr>
              <a:cxnSpLocks/>
            </p:cNvCxnSpPr>
            <p:nvPr/>
          </p:nvCxnSpPr>
          <p:spPr>
            <a:xfrm>
              <a:off x="2578751" y="1657296"/>
              <a:ext cx="807479" cy="42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07338167-D315-5C26-1A35-A274546EAACE}"/>
                </a:ext>
              </a:extLst>
            </p:cNvPr>
            <p:cNvCxnSpPr>
              <a:cxnSpLocks/>
            </p:cNvCxnSpPr>
            <p:nvPr/>
          </p:nvCxnSpPr>
          <p:spPr>
            <a:xfrm>
              <a:off x="2566956" y="1637765"/>
              <a:ext cx="854670" cy="115263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ABE62E1E-B5FA-7D8B-9E31-012CF4897F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9314" y="979293"/>
              <a:ext cx="766916" cy="180520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47919C0F-263E-BA76-09DA-52AE3E03F0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91024" y="1333254"/>
              <a:ext cx="807004" cy="14722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3E395308-E1BB-CC63-5F08-BE2E5B3E61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9553" y="1645920"/>
              <a:ext cx="824375" cy="115376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A25D1F45-61CF-C72D-074A-A009D19307DD}"/>
                </a:ext>
              </a:extLst>
            </p:cNvPr>
            <p:cNvCxnSpPr>
              <a:cxnSpLocks/>
            </p:cNvCxnSpPr>
            <p:nvPr/>
          </p:nvCxnSpPr>
          <p:spPr>
            <a:xfrm>
              <a:off x="2543718" y="2794066"/>
              <a:ext cx="877908" cy="1992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10F601B7-1F55-2C5B-1B00-B01665B13EF2}"/>
                </a:ext>
              </a:extLst>
            </p:cNvPr>
            <p:cNvCxnSpPr>
              <a:cxnSpLocks/>
            </p:cNvCxnSpPr>
            <p:nvPr/>
          </p:nvCxnSpPr>
          <p:spPr>
            <a:xfrm>
              <a:off x="3394321" y="952975"/>
              <a:ext cx="806020" cy="3389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A1FB1B73-7700-5694-91B1-DC207ED72AB7}"/>
                </a:ext>
              </a:extLst>
            </p:cNvPr>
            <p:cNvCxnSpPr>
              <a:cxnSpLocks/>
            </p:cNvCxnSpPr>
            <p:nvPr/>
          </p:nvCxnSpPr>
          <p:spPr>
            <a:xfrm>
              <a:off x="3358567" y="975494"/>
              <a:ext cx="841774" cy="67632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DDDC6CAB-01B4-7BAD-9756-AE77D6E2856A}"/>
                </a:ext>
              </a:extLst>
            </p:cNvPr>
            <p:cNvCxnSpPr>
              <a:cxnSpLocks/>
            </p:cNvCxnSpPr>
            <p:nvPr/>
          </p:nvCxnSpPr>
          <p:spPr>
            <a:xfrm>
              <a:off x="3381434" y="993557"/>
              <a:ext cx="854303" cy="102402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97561933-6094-A98C-D829-367275FEF5AC}"/>
                </a:ext>
              </a:extLst>
            </p:cNvPr>
            <p:cNvCxnSpPr>
              <a:cxnSpLocks/>
            </p:cNvCxnSpPr>
            <p:nvPr/>
          </p:nvCxnSpPr>
          <p:spPr>
            <a:xfrm>
              <a:off x="3372267" y="980433"/>
              <a:ext cx="816275" cy="174506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19F08A7A-682E-9259-0B5F-43138850BF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3103" y="1291959"/>
              <a:ext cx="795439" cy="3257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45CDF990-8256-16CB-17F0-AB244937236B}"/>
                </a:ext>
              </a:extLst>
            </p:cNvPr>
            <p:cNvCxnSpPr>
              <a:cxnSpLocks/>
            </p:cNvCxnSpPr>
            <p:nvPr/>
          </p:nvCxnSpPr>
          <p:spPr>
            <a:xfrm>
              <a:off x="3393103" y="1329886"/>
              <a:ext cx="806020" cy="3389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E7D3B515-1A92-9E81-8317-720233482930}"/>
                </a:ext>
              </a:extLst>
            </p:cNvPr>
            <p:cNvCxnSpPr>
              <a:cxnSpLocks/>
            </p:cNvCxnSpPr>
            <p:nvPr/>
          </p:nvCxnSpPr>
          <p:spPr>
            <a:xfrm>
              <a:off x="3417613" y="1353370"/>
              <a:ext cx="788627" cy="65241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7A63EA61-CD36-0FAC-C09A-013C2F73DCE7}"/>
                </a:ext>
              </a:extLst>
            </p:cNvPr>
            <p:cNvCxnSpPr>
              <a:cxnSpLocks/>
            </p:cNvCxnSpPr>
            <p:nvPr/>
          </p:nvCxnSpPr>
          <p:spPr>
            <a:xfrm>
              <a:off x="3405501" y="1348641"/>
              <a:ext cx="806638" cy="13827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85578AA1-1B8D-E621-06AE-DBD49B45B8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2909" y="1297858"/>
              <a:ext cx="813331" cy="36301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9A50F1C0-7AA0-BAB7-34B8-03E08CF173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3738" y="1663618"/>
              <a:ext cx="754804" cy="1366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A8158796-398D-2FC2-BB9F-010CE46E8A1B}"/>
                </a:ext>
              </a:extLst>
            </p:cNvPr>
            <p:cNvCxnSpPr>
              <a:cxnSpLocks/>
            </p:cNvCxnSpPr>
            <p:nvPr/>
          </p:nvCxnSpPr>
          <p:spPr>
            <a:xfrm>
              <a:off x="3405809" y="1654089"/>
              <a:ext cx="806020" cy="3389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7E1E21F4-F554-050F-D5CE-C074B70D5604}"/>
                </a:ext>
              </a:extLst>
            </p:cNvPr>
            <p:cNvCxnSpPr>
              <a:cxnSpLocks/>
            </p:cNvCxnSpPr>
            <p:nvPr/>
          </p:nvCxnSpPr>
          <p:spPr>
            <a:xfrm>
              <a:off x="3388421" y="1665876"/>
              <a:ext cx="817819" cy="106552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AC39F172-7C68-0702-114E-3EEA8C5AAD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5809" y="1297858"/>
              <a:ext cx="770934" cy="149479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49E4BAE-57BF-8261-5195-C6A38BA41C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9413" y="1645920"/>
              <a:ext cx="800928" cy="115175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53EA9CDD-C03A-8882-4DBB-5944D9B342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5726" y="1952687"/>
              <a:ext cx="802313" cy="83770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C4F32E2A-DE1B-4E72-0D4E-52FB80AFA7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7162" y="2701905"/>
              <a:ext cx="800877" cy="8019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C19CE6A-7E86-CAF9-F96C-09E42E89170A}"/>
                </a:ext>
              </a:extLst>
            </p:cNvPr>
            <p:cNvSpPr txBox="1"/>
            <p:nvPr/>
          </p:nvSpPr>
          <p:spPr>
            <a:xfrm>
              <a:off x="4070612" y="1896323"/>
              <a:ext cx="24237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0F184AF2-4D14-50A0-84F1-0D0C0BE60EE0}"/>
                </a:ext>
              </a:extLst>
            </p:cNvPr>
            <p:cNvGrpSpPr/>
            <p:nvPr/>
          </p:nvGrpSpPr>
          <p:grpSpPr>
            <a:xfrm>
              <a:off x="4087723" y="1184796"/>
              <a:ext cx="369172" cy="310126"/>
              <a:chOff x="1552576" y="642938"/>
              <a:chExt cx="369172" cy="310126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24CE1F83-C7E9-C967-3AB5-9B27901606D7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D3E97A17-C939-399F-E7BB-251C2E58CB4B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1</a:t>
                </a: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5505A17F-0E4B-09C6-4750-D7EC49B7F785}"/>
                </a:ext>
              </a:extLst>
            </p:cNvPr>
            <p:cNvGrpSpPr/>
            <p:nvPr/>
          </p:nvGrpSpPr>
          <p:grpSpPr>
            <a:xfrm>
              <a:off x="4087723" y="1535888"/>
              <a:ext cx="369172" cy="310126"/>
              <a:chOff x="1552576" y="642938"/>
              <a:chExt cx="369172" cy="310126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957F2641-D54A-2BC1-EC06-ADF3AFAE19F0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EDE89AF5-E4EB-582C-1CAD-ACCC92423B8C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2</a:t>
                </a: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5CFF68D0-14C5-8182-9531-84AF14372F5C}"/>
                </a:ext>
              </a:extLst>
            </p:cNvPr>
            <p:cNvGrpSpPr/>
            <p:nvPr/>
          </p:nvGrpSpPr>
          <p:grpSpPr>
            <a:xfrm>
              <a:off x="4087723" y="2604322"/>
              <a:ext cx="438100" cy="310126"/>
              <a:chOff x="1552576" y="642938"/>
              <a:chExt cx="438100" cy="310126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14E84921-6E6E-2235-A0CD-B93F71DB0F2B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14714C33-3C60-9C2A-54B4-8D481F112C17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32252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10</a:t>
                </a:r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FC6555C7-C784-1259-C83D-0C05D2CC90BE}"/>
                </a:ext>
              </a:extLst>
            </p:cNvPr>
            <p:cNvGrpSpPr/>
            <p:nvPr/>
          </p:nvGrpSpPr>
          <p:grpSpPr>
            <a:xfrm>
              <a:off x="4087723" y="1866454"/>
              <a:ext cx="369172" cy="310126"/>
              <a:chOff x="1552576" y="642938"/>
              <a:chExt cx="369172" cy="310126"/>
            </a:xfrm>
          </p:grpSpPr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38554045-936C-2439-6221-3DA9C13F92E8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0D47A46D-2CF2-6C60-3C9F-1C5BF1EFA492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3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98C66E08-28FB-E278-381E-26A3631C644F}"/>
                </a:ext>
              </a:extLst>
            </p:cNvPr>
            <p:cNvGrpSpPr/>
            <p:nvPr/>
          </p:nvGrpSpPr>
          <p:grpSpPr>
            <a:xfrm>
              <a:off x="1567015" y="737160"/>
              <a:ext cx="369172" cy="310126"/>
              <a:chOff x="1552576" y="642938"/>
              <a:chExt cx="369172" cy="310126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0BE7834-65E6-10E5-A2B1-5DD84A863C5F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1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40D4899-47AB-634A-A05D-0D903E0DF622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78EF54D-C6DF-80EA-9604-F183CB352124}"/>
                </a:ext>
              </a:extLst>
            </p:cNvPr>
            <p:cNvGrpSpPr/>
            <p:nvPr/>
          </p:nvGrpSpPr>
          <p:grpSpPr>
            <a:xfrm>
              <a:off x="1567015" y="1088252"/>
              <a:ext cx="369172" cy="310126"/>
              <a:chOff x="1552576" y="642938"/>
              <a:chExt cx="369172" cy="310126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4F402A05-C367-8048-2F4F-6C80A0DDFB7F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15E25FB-8BB3-66DE-BB8E-9021A8B075E1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2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FA3B4AA-7298-7D76-AD06-BB65C915A4CB}"/>
                </a:ext>
              </a:extLst>
            </p:cNvPr>
            <p:cNvGrpSpPr/>
            <p:nvPr/>
          </p:nvGrpSpPr>
          <p:grpSpPr>
            <a:xfrm>
              <a:off x="1567015" y="1413413"/>
              <a:ext cx="369172" cy="310126"/>
              <a:chOff x="1552576" y="642938"/>
              <a:chExt cx="369172" cy="310126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3034FF07-1C44-B521-F472-E9DEF97C7A8D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813243C-A7A1-C8E4-28B5-12A0C359802B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3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5F8659F0-66D0-7695-6C80-9A76C44278F9}"/>
                </a:ext>
              </a:extLst>
            </p:cNvPr>
            <p:cNvGrpSpPr/>
            <p:nvPr/>
          </p:nvGrpSpPr>
          <p:grpSpPr>
            <a:xfrm>
              <a:off x="1567015" y="2811503"/>
              <a:ext cx="507030" cy="310126"/>
              <a:chOff x="1552576" y="642938"/>
              <a:chExt cx="507030" cy="310126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EF740CD7-3558-727F-34DE-29EE1438543C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59C7488-F77F-2B79-464E-7A0E9CA97468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39145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784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5D5A3C62-75EE-F3CE-BD25-D45EAE43BE68}"/>
                </a:ext>
              </a:extLst>
            </p:cNvPr>
            <p:cNvGrpSpPr/>
            <p:nvPr/>
          </p:nvGrpSpPr>
          <p:grpSpPr>
            <a:xfrm>
              <a:off x="2472874" y="871801"/>
              <a:ext cx="369172" cy="310126"/>
              <a:chOff x="1552576" y="642938"/>
              <a:chExt cx="369172" cy="310126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47EF78B8-14A9-61B5-707B-E4360E337F0B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435C4DA-D108-BAF6-FF8D-994734B72C58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1</a:t>
                </a: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55D497AA-E046-635C-C615-64B1D4936CB6}"/>
                </a:ext>
              </a:extLst>
            </p:cNvPr>
            <p:cNvGrpSpPr/>
            <p:nvPr/>
          </p:nvGrpSpPr>
          <p:grpSpPr>
            <a:xfrm>
              <a:off x="2472874" y="1222893"/>
              <a:ext cx="369172" cy="310126"/>
              <a:chOff x="1552576" y="642938"/>
              <a:chExt cx="369172" cy="310126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F63DDBF3-00BF-DACF-6762-507911F184AB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8973BC6-41C2-C415-19BA-3F19E39D2FA0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2</a:t>
                </a: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D8FCC8CF-ED48-A4F0-F94D-7CDB514D1C62}"/>
                </a:ext>
              </a:extLst>
            </p:cNvPr>
            <p:cNvGrpSpPr/>
            <p:nvPr/>
          </p:nvGrpSpPr>
          <p:grpSpPr>
            <a:xfrm>
              <a:off x="2472874" y="1548054"/>
              <a:ext cx="369172" cy="310126"/>
              <a:chOff x="1552576" y="642938"/>
              <a:chExt cx="369172" cy="310126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B5931F69-A9D5-EC84-349D-2964EED739DC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D5E3154-D69B-7AE7-F40D-0B94788EB25F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3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7DCBBE3-B78A-BE9D-904A-E98EC5E470F5}"/>
                </a:ext>
              </a:extLst>
            </p:cNvPr>
            <p:cNvGrpSpPr/>
            <p:nvPr/>
          </p:nvGrpSpPr>
          <p:grpSpPr>
            <a:xfrm>
              <a:off x="2472874" y="2689859"/>
              <a:ext cx="507030" cy="310126"/>
              <a:chOff x="1552576" y="642938"/>
              <a:chExt cx="507030" cy="310126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E6ADC372-A4A4-6E0E-2F75-BD043255EF3E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D8F9017-0186-C8F9-00E2-BCCDA1193BB2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39145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512</a:t>
                </a: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2AC6B76-1F8C-3146-3793-E19CD40DDE0B}"/>
                </a:ext>
              </a:extLst>
            </p:cNvPr>
            <p:cNvSpPr txBox="1"/>
            <p:nvPr/>
          </p:nvSpPr>
          <p:spPr>
            <a:xfrm>
              <a:off x="3274748" y="1677281"/>
              <a:ext cx="242374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9A574296-674E-3E69-B916-D1B310620555}"/>
                </a:ext>
              </a:extLst>
            </p:cNvPr>
            <p:cNvGrpSpPr/>
            <p:nvPr/>
          </p:nvGrpSpPr>
          <p:grpSpPr>
            <a:xfrm>
              <a:off x="3297071" y="871801"/>
              <a:ext cx="369172" cy="310126"/>
              <a:chOff x="1552576" y="642938"/>
              <a:chExt cx="369172" cy="310126"/>
            </a:xfrm>
          </p:grpSpPr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BF1582B0-F7B5-E330-E499-1F6C113ED134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DD48B31D-DAAA-345C-BC93-A710933EFF2D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1</a:t>
                </a: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F376D7DD-2FFE-5374-A161-6BAB86816315}"/>
                </a:ext>
              </a:extLst>
            </p:cNvPr>
            <p:cNvGrpSpPr/>
            <p:nvPr/>
          </p:nvGrpSpPr>
          <p:grpSpPr>
            <a:xfrm>
              <a:off x="3297071" y="1222893"/>
              <a:ext cx="369172" cy="310126"/>
              <a:chOff x="1552576" y="642938"/>
              <a:chExt cx="369172" cy="310126"/>
            </a:xfrm>
          </p:grpSpPr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6040475A-DE69-EACD-7CDA-D5B3914C7778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60BF7C02-C09C-5E63-D7B6-AB7BD9F29C1E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2</a:t>
                </a: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E4BAE1AD-0EBE-A243-07A7-6DF90D12CF6B}"/>
                </a:ext>
              </a:extLst>
            </p:cNvPr>
            <p:cNvGrpSpPr/>
            <p:nvPr/>
          </p:nvGrpSpPr>
          <p:grpSpPr>
            <a:xfrm>
              <a:off x="3297071" y="2689859"/>
              <a:ext cx="507030" cy="310126"/>
              <a:chOff x="1552576" y="642938"/>
              <a:chExt cx="507030" cy="310126"/>
            </a:xfrm>
          </p:grpSpPr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0CFAB23D-9827-9D0F-EE34-6505D429FD23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DC171F3E-FF13-F9DA-0B69-D47F81ED2843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39145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512</a:t>
                </a:r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457049CB-6F77-8978-9C5E-251EFCD422BB}"/>
                </a:ext>
              </a:extLst>
            </p:cNvPr>
            <p:cNvGrpSpPr/>
            <p:nvPr/>
          </p:nvGrpSpPr>
          <p:grpSpPr>
            <a:xfrm>
              <a:off x="3297071" y="1548054"/>
              <a:ext cx="369172" cy="310126"/>
              <a:chOff x="1552576" y="642938"/>
              <a:chExt cx="369172" cy="310126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5DC6D790-8121-E737-A2FE-68572D97C922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48E91102-0283-BBEB-CEAF-7FD15C348061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3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0EB3D1C-E0B9-B60A-90E7-ACDA67823ADE}"/>
                </a:ext>
              </a:extLst>
            </p:cNvPr>
            <p:cNvSpPr txBox="1"/>
            <p:nvPr/>
          </p:nvSpPr>
          <p:spPr>
            <a:xfrm>
              <a:off x="2455289" y="577311"/>
              <a:ext cx="3016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  <a:r>
                <a:rPr lang="en-GB" sz="1400" b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612F04F-177F-AB93-B236-5810B630C9DF}"/>
                </a:ext>
              </a:extLst>
            </p:cNvPr>
            <p:cNvSpPr txBox="1"/>
            <p:nvPr/>
          </p:nvSpPr>
          <p:spPr>
            <a:xfrm>
              <a:off x="3278370" y="604937"/>
              <a:ext cx="3016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  <a:r>
                <a:rPr lang="en-GB" sz="1400" b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7952D47-7151-1639-9A39-C5F9A17A2726}"/>
                </a:ext>
              </a:extLst>
            </p:cNvPr>
            <p:cNvSpPr txBox="1"/>
            <p:nvPr/>
          </p:nvSpPr>
          <p:spPr>
            <a:xfrm>
              <a:off x="4061019" y="920852"/>
              <a:ext cx="3016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  <a:r>
                <a:rPr lang="en-GB" sz="1400" b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E6901C3-2C26-446C-AD03-14AE200E5E49}"/>
                </a:ext>
              </a:extLst>
            </p:cNvPr>
            <p:cNvSpPr txBox="1"/>
            <p:nvPr/>
          </p:nvSpPr>
          <p:spPr>
            <a:xfrm>
              <a:off x="1944493" y="647618"/>
              <a:ext cx="4219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W</a:t>
              </a:r>
              <a:r>
                <a:rPr lang="en-GB" sz="1400" b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8A876C6-7EF0-3F28-60D7-6B415D46A805}"/>
                </a:ext>
              </a:extLst>
            </p:cNvPr>
            <p:cNvSpPr txBox="1"/>
            <p:nvPr/>
          </p:nvSpPr>
          <p:spPr>
            <a:xfrm>
              <a:off x="2803286" y="713496"/>
              <a:ext cx="4219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W</a:t>
              </a:r>
              <a:r>
                <a:rPr lang="en-GB" sz="1400" b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1287D65-3FDA-8C25-51B5-FC155B8D7FCA}"/>
                </a:ext>
              </a:extLst>
            </p:cNvPr>
            <p:cNvSpPr txBox="1"/>
            <p:nvPr/>
          </p:nvSpPr>
          <p:spPr>
            <a:xfrm>
              <a:off x="3643663" y="845083"/>
              <a:ext cx="4219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W</a:t>
              </a:r>
              <a:r>
                <a:rPr lang="en-GB" sz="1400" b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FF1288E-6113-FC74-25F4-B2920E421B0A}"/>
                </a:ext>
              </a:extLst>
            </p:cNvPr>
            <p:cNvSpPr txBox="1"/>
            <p:nvPr/>
          </p:nvSpPr>
          <p:spPr>
            <a:xfrm>
              <a:off x="1525224" y="46631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en-GB" sz="1400" b="1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9301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4D3CC-3309-1483-0E74-0DC276B0D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010BCD56-3969-51FF-A5A4-825853B4B612}"/>
              </a:ext>
            </a:extLst>
          </p:cNvPr>
          <p:cNvGrpSpPr/>
          <p:nvPr/>
        </p:nvGrpSpPr>
        <p:grpSpPr>
          <a:xfrm>
            <a:off x="1569674" y="454817"/>
            <a:ext cx="3592936" cy="2973784"/>
            <a:chOff x="1525224" y="466317"/>
            <a:chExt cx="3592936" cy="297378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D99FC3F-5295-7A3D-1BE2-BED76EC804AB}"/>
                </a:ext>
              </a:extLst>
            </p:cNvPr>
            <p:cNvSpPr txBox="1"/>
            <p:nvPr/>
          </p:nvSpPr>
          <p:spPr>
            <a:xfrm>
              <a:off x="1543419" y="1559056"/>
              <a:ext cx="242374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E3D290A-1A43-0A51-3B77-BF381665C351}"/>
                </a:ext>
              </a:extLst>
            </p:cNvPr>
            <p:cNvSpPr txBox="1"/>
            <p:nvPr/>
          </p:nvSpPr>
          <p:spPr>
            <a:xfrm>
              <a:off x="2450550" y="1677281"/>
              <a:ext cx="242374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</p:txBody>
        </p: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B652846C-273A-C1FA-21D0-D90EB0A76853}"/>
                </a:ext>
              </a:extLst>
            </p:cNvPr>
            <p:cNvCxnSpPr>
              <a:cxnSpLocks/>
            </p:cNvCxnSpPr>
            <p:nvPr/>
          </p:nvCxnSpPr>
          <p:spPr>
            <a:xfrm>
              <a:off x="1651819" y="837708"/>
              <a:ext cx="926199" cy="1415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4F04871-2BD6-1A68-10F3-6CA96E4117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2834" y="979293"/>
              <a:ext cx="935184" cy="2118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DF5EE79-6EC4-406B-0C2E-AD57B0E258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69517" y="985192"/>
              <a:ext cx="908501" cy="5250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79563059-5AB8-95B9-2A06-AAA2FCBB7E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6093" y="985192"/>
              <a:ext cx="920126" cy="19225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54951968-F8C7-2215-CC5D-A5C274E2AC42}"/>
                </a:ext>
              </a:extLst>
            </p:cNvPr>
            <p:cNvCxnSpPr>
              <a:cxnSpLocks/>
            </p:cNvCxnSpPr>
            <p:nvPr/>
          </p:nvCxnSpPr>
          <p:spPr>
            <a:xfrm>
              <a:off x="1653447" y="1193893"/>
              <a:ext cx="912772" cy="1275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2BC23640-1B32-550B-AE98-038F8059BDEA}"/>
                </a:ext>
              </a:extLst>
            </p:cNvPr>
            <p:cNvCxnSpPr>
              <a:cxnSpLocks/>
            </p:cNvCxnSpPr>
            <p:nvPr/>
          </p:nvCxnSpPr>
          <p:spPr>
            <a:xfrm>
              <a:off x="1669517" y="839033"/>
              <a:ext cx="920300" cy="49422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0E758547-95E6-C4B4-EA55-DFCBA68C22D4}"/>
                </a:ext>
              </a:extLst>
            </p:cNvPr>
            <p:cNvCxnSpPr>
              <a:cxnSpLocks/>
            </p:cNvCxnSpPr>
            <p:nvPr/>
          </p:nvCxnSpPr>
          <p:spPr>
            <a:xfrm>
              <a:off x="1657306" y="837708"/>
              <a:ext cx="932511" cy="83180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ED7B3F8A-0487-2B9C-8642-51233D443261}"/>
                </a:ext>
              </a:extLst>
            </p:cNvPr>
            <p:cNvCxnSpPr>
              <a:cxnSpLocks/>
            </p:cNvCxnSpPr>
            <p:nvPr/>
          </p:nvCxnSpPr>
          <p:spPr>
            <a:xfrm>
              <a:off x="1655939" y="831760"/>
              <a:ext cx="922079" cy="197633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CC87EC2E-1640-74B2-F766-03D1C619A4E3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64" y="1197005"/>
              <a:ext cx="928453" cy="45481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53644EFB-ED26-9182-AA07-90F8FFCDF4B3}"/>
                </a:ext>
              </a:extLst>
            </p:cNvPr>
            <p:cNvCxnSpPr>
              <a:cxnSpLocks/>
            </p:cNvCxnSpPr>
            <p:nvPr/>
          </p:nvCxnSpPr>
          <p:spPr>
            <a:xfrm>
              <a:off x="1664692" y="1207389"/>
              <a:ext cx="925125" cy="162430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2D24506C-FE76-4C29-FAAC-EC201F77B0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72631" y="1327355"/>
              <a:ext cx="917186" cy="18037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8FF86AC0-1D56-8954-548A-64ED1576A2B8}"/>
                </a:ext>
              </a:extLst>
            </p:cNvPr>
            <p:cNvCxnSpPr>
              <a:cxnSpLocks/>
            </p:cNvCxnSpPr>
            <p:nvPr/>
          </p:nvCxnSpPr>
          <p:spPr>
            <a:xfrm>
              <a:off x="1683687" y="1512902"/>
              <a:ext cx="906130" cy="1271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2B079B7C-B5CA-E373-6C28-BED2C004D8F7}"/>
                </a:ext>
              </a:extLst>
            </p:cNvPr>
            <p:cNvCxnSpPr>
              <a:cxnSpLocks/>
            </p:cNvCxnSpPr>
            <p:nvPr/>
          </p:nvCxnSpPr>
          <p:spPr>
            <a:xfrm>
              <a:off x="1683687" y="1527874"/>
              <a:ext cx="912029" cy="129791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014C74DB-F8C6-7BEE-9DED-5C30E2FF62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4190" y="2819892"/>
              <a:ext cx="935627" cy="7425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1147F36-3EAB-135C-9B88-99FE9458B3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60371" y="1321455"/>
              <a:ext cx="923546" cy="155788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F430A25-F087-AF28-4B7F-955F818CE0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3335" y="1645920"/>
              <a:ext cx="930582" cy="124023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094788C6-A86C-D945-42FE-06F82CE418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3573" y="967494"/>
              <a:ext cx="824455" cy="21498"/>
            </a:xfrm>
            <a:prstGeom prst="line">
              <a:avLst/>
            </a:prstGeom>
            <a:ln>
              <a:solidFill>
                <a:srgbClr val="FBBF2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B6C03DEA-05AB-283B-7849-518B43A26784}"/>
                </a:ext>
              </a:extLst>
            </p:cNvPr>
            <p:cNvCxnSpPr>
              <a:cxnSpLocks/>
            </p:cNvCxnSpPr>
            <p:nvPr/>
          </p:nvCxnSpPr>
          <p:spPr>
            <a:xfrm>
              <a:off x="2560140" y="966474"/>
              <a:ext cx="855586" cy="36678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6B0BD345-9356-8F8B-FC4B-FAA69A0A9D4D}"/>
                </a:ext>
              </a:extLst>
            </p:cNvPr>
            <p:cNvCxnSpPr>
              <a:cxnSpLocks/>
            </p:cNvCxnSpPr>
            <p:nvPr/>
          </p:nvCxnSpPr>
          <p:spPr>
            <a:xfrm>
              <a:off x="2574310" y="966200"/>
              <a:ext cx="835517" cy="6915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F558F0C0-3031-D958-9583-8664E18E21EF}"/>
                </a:ext>
              </a:extLst>
            </p:cNvPr>
            <p:cNvCxnSpPr>
              <a:cxnSpLocks/>
            </p:cNvCxnSpPr>
            <p:nvPr/>
          </p:nvCxnSpPr>
          <p:spPr>
            <a:xfrm>
              <a:off x="2554543" y="959388"/>
              <a:ext cx="867083" cy="18605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92F9BAF4-3CEE-3FA9-EADD-8811183EAF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9323" y="973394"/>
              <a:ext cx="848705" cy="3395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956448F7-9BBB-2CF0-18E8-D3C75AC35E9A}"/>
                </a:ext>
              </a:extLst>
            </p:cNvPr>
            <p:cNvCxnSpPr>
              <a:cxnSpLocks/>
            </p:cNvCxnSpPr>
            <p:nvPr/>
          </p:nvCxnSpPr>
          <p:spPr>
            <a:xfrm>
              <a:off x="2578242" y="1330783"/>
              <a:ext cx="861082" cy="1427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1C0505DD-EF3E-4854-BB7E-48FEF1313404}"/>
                </a:ext>
              </a:extLst>
            </p:cNvPr>
            <p:cNvCxnSpPr>
              <a:cxnSpLocks/>
            </p:cNvCxnSpPr>
            <p:nvPr/>
          </p:nvCxnSpPr>
          <p:spPr>
            <a:xfrm>
              <a:off x="2592008" y="1319723"/>
              <a:ext cx="817819" cy="34389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E2B0A4D5-2912-D24D-A37C-79EDA0ED846E}"/>
                </a:ext>
              </a:extLst>
            </p:cNvPr>
            <p:cNvCxnSpPr>
              <a:cxnSpLocks/>
            </p:cNvCxnSpPr>
            <p:nvPr/>
          </p:nvCxnSpPr>
          <p:spPr>
            <a:xfrm>
              <a:off x="2568410" y="1306059"/>
              <a:ext cx="870914" cy="153743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0DDC40B4-BEE9-0131-FA11-325850CA34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0209" y="979293"/>
              <a:ext cx="823719" cy="67252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A6BB551B-146F-4EEC-B33D-446673CB9C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5016" y="1339154"/>
              <a:ext cx="824811" cy="32763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9623A8F-18F1-DE0E-2728-F68F75394D65}"/>
                </a:ext>
              </a:extLst>
            </p:cNvPr>
            <p:cNvCxnSpPr>
              <a:cxnSpLocks/>
            </p:cNvCxnSpPr>
            <p:nvPr/>
          </p:nvCxnSpPr>
          <p:spPr>
            <a:xfrm>
              <a:off x="2578751" y="1657296"/>
              <a:ext cx="807479" cy="42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C1E2304E-A626-EB26-B59D-D95F8688DDB2}"/>
                </a:ext>
              </a:extLst>
            </p:cNvPr>
            <p:cNvCxnSpPr>
              <a:cxnSpLocks/>
            </p:cNvCxnSpPr>
            <p:nvPr/>
          </p:nvCxnSpPr>
          <p:spPr>
            <a:xfrm>
              <a:off x="2566956" y="1637765"/>
              <a:ext cx="854670" cy="115263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C5679D81-7D28-72AD-9C36-A0A4BF281E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9314" y="979293"/>
              <a:ext cx="766916" cy="180520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AA24C601-4E86-522C-6E6F-CE0C47F124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91024" y="1333254"/>
              <a:ext cx="807004" cy="14722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3E4D2AD1-FA15-9F3F-CF1D-A5147A01EC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9553" y="1645920"/>
              <a:ext cx="824375" cy="115376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3D6E1C62-2D0F-DFC0-84BC-399DC4BA8454}"/>
                </a:ext>
              </a:extLst>
            </p:cNvPr>
            <p:cNvCxnSpPr>
              <a:cxnSpLocks/>
            </p:cNvCxnSpPr>
            <p:nvPr/>
          </p:nvCxnSpPr>
          <p:spPr>
            <a:xfrm>
              <a:off x="2543718" y="2794066"/>
              <a:ext cx="877908" cy="1992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42DA5049-4584-4237-61A4-B3ACDC794C4C}"/>
                </a:ext>
              </a:extLst>
            </p:cNvPr>
            <p:cNvCxnSpPr>
              <a:cxnSpLocks/>
            </p:cNvCxnSpPr>
            <p:nvPr/>
          </p:nvCxnSpPr>
          <p:spPr>
            <a:xfrm>
              <a:off x="3394321" y="952975"/>
              <a:ext cx="806020" cy="338984"/>
            </a:xfrm>
            <a:prstGeom prst="line">
              <a:avLst/>
            </a:prstGeom>
            <a:ln>
              <a:solidFill>
                <a:srgbClr val="FBBF2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EE25558E-B30E-80C1-4E64-7213D5153638}"/>
                </a:ext>
              </a:extLst>
            </p:cNvPr>
            <p:cNvCxnSpPr>
              <a:cxnSpLocks/>
            </p:cNvCxnSpPr>
            <p:nvPr/>
          </p:nvCxnSpPr>
          <p:spPr>
            <a:xfrm>
              <a:off x="3358567" y="975494"/>
              <a:ext cx="841774" cy="676325"/>
            </a:xfrm>
            <a:prstGeom prst="line">
              <a:avLst/>
            </a:prstGeom>
            <a:ln>
              <a:solidFill>
                <a:srgbClr val="FBBF2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E361FF2D-CB3B-945B-F2F3-1EE8257F51B5}"/>
                </a:ext>
              </a:extLst>
            </p:cNvPr>
            <p:cNvCxnSpPr>
              <a:cxnSpLocks/>
            </p:cNvCxnSpPr>
            <p:nvPr/>
          </p:nvCxnSpPr>
          <p:spPr>
            <a:xfrm>
              <a:off x="3381434" y="993557"/>
              <a:ext cx="854303" cy="1024022"/>
            </a:xfrm>
            <a:prstGeom prst="line">
              <a:avLst/>
            </a:prstGeom>
            <a:ln>
              <a:solidFill>
                <a:srgbClr val="FBBF2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9920A0CF-469E-4817-CEF8-03D35AC7E3C8}"/>
                </a:ext>
              </a:extLst>
            </p:cNvPr>
            <p:cNvCxnSpPr>
              <a:cxnSpLocks/>
            </p:cNvCxnSpPr>
            <p:nvPr/>
          </p:nvCxnSpPr>
          <p:spPr>
            <a:xfrm>
              <a:off x="3372267" y="980433"/>
              <a:ext cx="816275" cy="1745069"/>
            </a:xfrm>
            <a:prstGeom prst="line">
              <a:avLst/>
            </a:prstGeom>
            <a:ln>
              <a:solidFill>
                <a:srgbClr val="FBBF2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57FD371E-7C02-E62E-2FA2-640C0C0B90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3103" y="1291959"/>
              <a:ext cx="795439" cy="3257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58AAF81D-E049-89A1-FB07-255277633F84}"/>
                </a:ext>
              </a:extLst>
            </p:cNvPr>
            <p:cNvCxnSpPr>
              <a:cxnSpLocks/>
            </p:cNvCxnSpPr>
            <p:nvPr/>
          </p:nvCxnSpPr>
          <p:spPr>
            <a:xfrm>
              <a:off x="3393103" y="1329886"/>
              <a:ext cx="806020" cy="3389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8856B857-4D06-F457-D5CE-E16A667AD3BF}"/>
                </a:ext>
              </a:extLst>
            </p:cNvPr>
            <p:cNvCxnSpPr>
              <a:cxnSpLocks/>
            </p:cNvCxnSpPr>
            <p:nvPr/>
          </p:nvCxnSpPr>
          <p:spPr>
            <a:xfrm>
              <a:off x="3417613" y="1353370"/>
              <a:ext cx="788627" cy="65241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34C02534-F936-B7AE-7070-718BD551C836}"/>
                </a:ext>
              </a:extLst>
            </p:cNvPr>
            <p:cNvCxnSpPr>
              <a:cxnSpLocks/>
            </p:cNvCxnSpPr>
            <p:nvPr/>
          </p:nvCxnSpPr>
          <p:spPr>
            <a:xfrm>
              <a:off x="3405501" y="1348641"/>
              <a:ext cx="806638" cy="13827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99B83E52-E4D7-AA1B-6448-867FD5728D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2909" y="1297858"/>
              <a:ext cx="813331" cy="36301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33E2C12E-4C15-F0CE-0B0E-F15BAC5A1C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3738" y="1663618"/>
              <a:ext cx="754804" cy="1366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EA52937A-0E49-ADE6-3EFB-09E7296AAE32}"/>
                </a:ext>
              </a:extLst>
            </p:cNvPr>
            <p:cNvCxnSpPr>
              <a:cxnSpLocks/>
            </p:cNvCxnSpPr>
            <p:nvPr/>
          </p:nvCxnSpPr>
          <p:spPr>
            <a:xfrm>
              <a:off x="3405809" y="1654089"/>
              <a:ext cx="806020" cy="3389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252C675-84E2-A1C8-EFB4-B009797F1C08}"/>
                </a:ext>
              </a:extLst>
            </p:cNvPr>
            <p:cNvCxnSpPr>
              <a:cxnSpLocks/>
            </p:cNvCxnSpPr>
            <p:nvPr/>
          </p:nvCxnSpPr>
          <p:spPr>
            <a:xfrm>
              <a:off x="3388421" y="1665876"/>
              <a:ext cx="817819" cy="106552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53FFE3D3-4A6E-40EB-1543-F3DD0AA4E8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5809" y="1297858"/>
              <a:ext cx="770934" cy="149479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C2DAB9CB-B093-3632-4B22-D73CD9B7C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9413" y="1645920"/>
              <a:ext cx="800928" cy="115175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2B573BE9-2F26-EA94-4C69-06BCD5CA68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5726" y="1952687"/>
              <a:ext cx="802313" cy="83770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C38A6AAA-C15B-B122-6AE2-29CB103804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7162" y="2701905"/>
              <a:ext cx="800877" cy="8019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85FE0DD1-5550-6FA7-FC8F-7F589E50242E}"/>
                </a:ext>
              </a:extLst>
            </p:cNvPr>
            <p:cNvSpPr txBox="1"/>
            <p:nvPr/>
          </p:nvSpPr>
          <p:spPr>
            <a:xfrm>
              <a:off x="4070612" y="1896323"/>
              <a:ext cx="24237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5071E903-6C74-5A19-2AB2-39C0601FA71A}"/>
                </a:ext>
              </a:extLst>
            </p:cNvPr>
            <p:cNvGrpSpPr/>
            <p:nvPr/>
          </p:nvGrpSpPr>
          <p:grpSpPr>
            <a:xfrm>
              <a:off x="4087723" y="1171156"/>
              <a:ext cx="369172" cy="253916"/>
              <a:chOff x="1552576" y="629298"/>
              <a:chExt cx="369172" cy="253916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212500AA-BD69-B1C5-5B3F-0AE079F3E177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rgbClr val="F59E0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008A7D9-59AF-017C-12D4-80F68BC80EF4}"/>
                  </a:ext>
                </a:extLst>
              </p:cNvPr>
              <p:cNvSpPr txBox="1"/>
              <p:nvPr/>
            </p:nvSpPr>
            <p:spPr>
              <a:xfrm>
                <a:off x="1668152" y="62929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1</a:t>
                </a: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D402EA70-8627-D6FF-A106-FA01DBE9EAB8}"/>
                </a:ext>
              </a:extLst>
            </p:cNvPr>
            <p:cNvGrpSpPr/>
            <p:nvPr/>
          </p:nvGrpSpPr>
          <p:grpSpPr>
            <a:xfrm>
              <a:off x="4087723" y="1535888"/>
              <a:ext cx="369172" cy="341876"/>
              <a:chOff x="1552576" y="642938"/>
              <a:chExt cx="369172" cy="341876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30C9F1AD-850F-F53E-22C6-5165D769536B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rgbClr val="F59E0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FCE73D5-E874-27A7-6D92-277A4FE08C65}"/>
                  </a:ext>
                </a:extLst>
              </p:cNvPr>
              <p:cNvSpPr txBox="1"/>
              <p:nvPr/>
            </p:nvSpPr>
            <p:spPr>
              <a:xfrm>
                <a:off x="1668152" y="73089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2</a:t>
                </a: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21AA5D65-E45A-A32C-B8ED-C65F9F76B96E}"/>
                </a:ext>
              </a:extLst>
            </p:cNvPr>
            <p:cNvGrpSpPr/>
            <p:nvPr/>
          </p:nvGrpSpPr>
          <p:grpSpPr>
            <a:xfrm>
              <a:off x="4087723" y="2604322"/>
              <a:ext cx="438100" cy="310126"/>
              <a:chOff x="1552576" y="642938"/>
              <a:chExt cx="438100" cy="310126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EEF23682-DF9E-C25D-E5DA-2818E7652BF6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rgbClr val="F59E0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A45EAF2C-3B5D-CB6B-ADCD-DAE05CBE39D9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32252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10</a:t>
                </a:r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84075228-0364-8564-5493-993FD44F53BF}"/>
                </a:ext>
              </a:extLst>
            </p:cNvPr>
            <p:cNvGrpSpPr/>
            <p:nvPr/>
          </p:nvGrpSpPr>
          <p:grpSpPr>
            <a:xfrm>
              <a:off x="4087723" y="1866454"/>
              <a:ext cx="369172" cy="310126"/>
              <a:chOff x="1552576" y="642938"/>
              <a:chExt cx="369172" cy="310126"/>
            </a:xfrm>
          </p:grpSpPr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42249E66-F845-9750-9568-68E980572B08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rgbClr val="F59E0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FE8E0D35-E3FE-6FBD-FA9A-B6900B29E3D8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3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6A15D5-201A-F268-AB33-3E4805BDE0C7}"/>
                </a:ext>
              </a:extLst>
            </p:cNvPr>
            <p:cNvGrpSpPr/>
            <p:nvPr/>
          </p:nvGrpSpPr>
          <p:grpSpPr>
            <a:xfrm>
              <a:off x="1567015" y="737160"/>
              <a:ext cx="369172" cy="310126"/>
              <a:chOff x="1552576" y="642938"/>
              <a:chExt cx="369172" cy="310126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EE5A78C-604D-1AFE-8F6E-1899C8703301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1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3BBD3E0-66D5-1C8A-9D80-4139EE961879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64311B2-A0BB-6FCD-FB69-83AA82347936}"/>
                </a:ext>
              </a:extLst>
            </p:cNvPr>
            <p:cNvGrpSpPr/>
            <p:nvPr/>
          </p:nvGrpSpPr>
          <p:grpSpPr>
            <a:xfrm>
              <a:off x="1567015" y="1088252"/>
              <a:ext cx="369172" cy="310126"/>
              <a:chOff x="1552576" y="642938"/>
              <a:chExt cx="369172" cy="310126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C86CB72C-D510-2EDA-D48F-0F56E27CC001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7330A85-1190-1358-A7A1-E4FF1E48750E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2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840C7108-6EE6-85B5-6E6B-46D22AAB5C73}"/>
                </a:ext>
              </a:extLst>
            </p:cNvPr>
            <p:cNvGrpSpPr/>
            <p:nvPr/>
          </p:nvGrpSpPr>
          <p:grpSpPr>
            <a:xfrm>
              <a:off x="1567015" y="1413413"/>
              <a:ext cx="369172" cy="310126"/>
              <a:chOff x="1552576" y="642938"/>
              <a:chExt cx="369172" cy="310126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23F88C8A-117D-8FDD-F638-AE6666F6FFE1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24CEF05-D4C0-92C8-46BD-BA099F57F110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3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EEA7F827-2736-FD8E-F5A9-BE3C1BE433BF}"/>
                </a:ext>
              </a:extLst>
            </p:cNvPr>
            <p:cNvGrpSpPr/>
            <p:nvPr/>
          </p:nvGrpSpPr>
          <p:grpSpPr>
            <a:xfrm>
              <a:off x="1567015" y="2811503"/>
              <a:ext cx="507030" cy="310126"/>
              <a:chOff x="1552576" y="642938"/>
              <a:chExt cx="507030" cy="310126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7E0DE88C-0B97-8D1F-6BC6-D951F9D2BB4E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8EEBA0B-BE97-78D7-500F-8FEAA012CC1A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39145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784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C87FBBB-C4E9-65E8-2F78-2C188CC67443}"/>
                </a:ext>
              </a:extLst>
            </p:cNvPr>
            <p:cNvGrpSpPr/>
            <p:nvPr/>
          </p:nvGrpSpPr>
          <p:grpSpPr>
            <a:xfrm>
              <a:off x="2472874" y="871801"/>
              <a:ext cx="369172" cy="310126"/>
              <a:chOff x="1552576" y="642938"/>
              <a:chExt cx="369172" cy="310126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258CDE8B-4A85-1164-4F49-506550B97373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9A1B5FC-86A6-B820-1EC0-89FC62D122C7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1</a:t>
                </a: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D042E346-35E7-AB4C-4E61-58E663511ADE}"/>
                </a:ext>
              </a:extLst>
            </p:cNvPr>
            <p:cNvGrpSpPr/>
            <p:nvPr/>
          </p:nvGrpSpPr>
          <p:grpSpPr>
            <a:xfrm>
              <a:off x="2472874" y="1222893"/>
              <a:ext cx="369172" cy="310126"/>
              <a:chOff x="1552576" y="642938"/>
              <a:chExt cx="369172" cy="310126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4C2C2764-DF8D-BAF2-A230-0E8D43D1BCA4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CA86D20-5E8F-EEDA-78E6-2FE8FBC9F88D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2</a:t>
                </a: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7A84E6BA-DD34-A361-C206-B7EFEC90CECE}"/>
                </a:ext>
              </a:extLst>
            </p:cNvPr>
            <p:cNvGrpSpPr/>
            <p:nvPr/>
          </p:nvGrpSpPr>
          <p:grpSpPr>
            <a:xfrm>
              <a:off x="2472874" y="1548054"/>
              <a:ext cx="369172" cy="310126"/>
              <a:chOff x="1552576" y="642938"/>
              <a:chExt cx="369172" cy="310126"/>
            </a:xfrm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C442224-E35E-36EA-77C8-F9AEBA9DCE38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7B71412-6407-0B99-4F7E-A8C21FBEB9E5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3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4048AB8-E2B6-D83A-B1B4-66653D34E554}"/>
                </a:ext>
              </a:extLst>
            </p:cNvPr>
            <p:cNvGrpSpPr/>
            <p:nvPr/>
          </p:nvGrpSpPr>
          <p:grpSpPr>
            <a:xfrm>
              <a:off x="2472874" y="2689859"/>
              <a:ext cx="507030" cy="310126"/>
              <a:chOff x="1552576" y="642938"/>
              <a:chExt cx="507030" cy="310126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6641E9C1-360F-B833-88B5-B061B50C5F82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F14BBA8-4C92-C20A-26B2-A97CEC344B8A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39145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512</a:t>
                </a: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4CF319D5-6731-6018-5AEC-54D004043410}"/>
                </a:ext>
              </a:extLst>
            </p:cNvPr>
            <p:cNvSpPr txBox="1"/>
            <p:nvPr/>
          </p:nvSpPr>
          <p:spPr>
            <a:xfrm>
              <a:off x="3274748" y="1677281"/>
              <a:ext cx="242374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  <a:p>
              <a:r>
                <a:rPr lang="en-GB" dirty="0"/>
                <a:t>.</a:t>
              </a:r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BE5FEE28-980E-960F-B246-05DB37F4828D}"/>
                </a:ext>
              </a:extLst>
            </p:cNvPr>
            <p:cNvGrpSpPr/>
            <p:nvPr/>
          </p:nvGrpSpPr>
          <p:grpSpPr>
            <a:xfrm>
              <a:off x="3297071" y="871801"/>
              <a:ext cx="369172" cy="310126"/>
              <a:chOff x="1552576" y="642938"/>
              <a:chExt cx="369172" cy="310126"/>
            </a:xfrm>
          </p:grpSpPr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6E4F2369-9E38-D52D-4664-665A02E1A4B9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rgbClr val="FBBF2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2B2FA611-A7EC-33C1-6455-D7D06C5B214D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1</a:t>
                </a: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206EB0F5-BE74-AC8E-5C44-0A2F09A2ADA3}"/>
                </a:ext>
              </a:extLst>
            </p:cNvPr>
            <p:cNvGrpSpPr/>
            <p:nvPr/>
          </p:nvGrpSpPr>
          <p:grpSpPr>
            <a:xfrm>
              <a:off x="3297071" y="1222893"/>
              <a:ext cx="369172" cy="310126"/>
              <a:chOff x="1552576" y="642938"/>
              <a:chExt cx="369172" cy="310126"/>
            </a:xfrm>
          </p:grpSpPr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0EC16320-1DBB-6839-62D1-73592266B67A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887C2565-92E0-78F3-71F9-C35EFA3C4B8F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2</a:t>
                </a: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18C245E0-A837-BAE9-0893-F113AAD34233}"/>
                </a:ext>
              </a:extLst>
            </p:cNvPr>
            <p:cNvGrpSpPr/>
            <p:nvPr/>
          </p:nvGrpSpPr>
          <p:grpSpPr>
            <a:xfrm>
              <a:off x="3297071" y="2689859"/>
              <a:ext cx="507030" cy="310126"/>
              <a:chOff x="1552576" y="642938"/>
              <a:chExt cx="507030" cy="310126"/>
            </a:xfrm>
          </p:grpSpPr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380A9DAE-4285-5E06-E5D8-E3D6844EF97D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8B6102C8-DC96-2EF9-CAF2-F9626CF15FDB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391454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512</a:t>
                </a:r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C3C2852A-E52E-CBE7-7608-E3B4D8223978}"/>
                </a:ext>
              </a:extLst>
            </p:cNvPr>
            <p:cNvGrpSpPr/>
            <p:nvPr/>
          </p:nvGrpSpPr>
          <p:grpSpPr>
            <a:xfrm>
              <a:off x="3297071" y="1548054"/>
              <a:ext cx="369172" cy="310126"/>
              <a:chOff x="1552576" y="642938"/>
              <a:chExt cx="369172" cy="310126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A7519085-DE15-E784-2BA3-708710D1A643}"/>
                  </a:ext>
                </a:extLst>
              </p:cNvPr>
              <p:cNvSpPr/>
              <p:nvPr/>
            </p:nvSpPr>
            <p:spPr>
              <a:xfrm>
                <a:off x="1552576" y="642938"/>
                <a:ext cx="192882" cy="1928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738B15A4-9CDD-B8E1-B1E8-DCD5DC1DE069}"/>
                  </a:ext>
                </a:extLst>
              </p:cNvPr>
              <p:cNvSpPr txBox="1"/>
              <p:nvPr/>
            </p:nvSpPr>
            <p:spPr>
              <a:xfrm>
                <a:off x="1668152" y="699148"/>
                <a:ext cx="253596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050" dirty="0"/>
                  <a:t>3</a:t>
                </a: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8F7A63F-AD2A-EF48-0C1D-056B1C5D74E4}"/>
                    </a:ext>
                  </a:extLst>
                </p:cNvPr>
                <p:cNvSpPr txBox="1"/>
                <p:nvPr/>
              </p:nvSpPr>
              <p:spPr>
                <a:xfrm>
                  <a:off x="3166631" y="2949646"/>
                  <a:ext cx="607539" cy="4904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160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∂</m:t>
                            </m:r>
                            <m:r>
                              <m:rPr>
                                <m:nor/>
                              </m:rPr>
                              <a:rPr lang="en-US" sz="160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I</m:t>
                            </m:r>
                            <m:r>
                              <a:rPr lang="en-GB" sz="1600" b="0" i="1" baseline="3000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1600" b="0" i="1" baseline="-2500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160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∂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en-GB" sz="1600" b="0" i="1" baseline="3000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1600" b="0" i="1" baseline="-25000" smtClean="0">
                                <a:latin typeface="Cambria Math" panose="02040503050406030204" pitchFamily="18" charset="0"/>
                              </a:rPr>
                              <m:t>1,1</m:t>
                            </m:r>
                          </m:den>
                        </m:f>
                      </m:oMath>
                    </m:oMathPara>
                  </a14:m>
                  <a:endParaRPr 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8F7A63F-AD2A-EF48-0C1D-056B1C5D74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631" y="2949646"/>
                  <a:ext cx="607539" cy="490455"/>
                </a:xfrm>
                <a:prstGeom prst="rect">
                  <a:avLst/>
                </a:prstGeom>
                <a:blipFill>
                  <a:blip r:embed="rId2"/>
                  <a:stretch>
                    <a:fillRect b="-1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B75F302-D0C7-C568-A9B4-8FA1F96634B6}"/>
                    </a:ext>
                  </a:extLst>
                </p:cNvPr>
                <p:cNvSpPr txBox="1"/>
                <p:nvPr/>
              </p:nvSpPr>
              <p:spPr>
                <a:xfrm>
                  <a:off x="4042668" y="2949646"/>
                  <a:ext cx="367088" cy="47455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160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∂</m:t>
                            </m:r>
                            <m:r>
                              <m:rPr>
                                <m:nor/>
                              </m:rPr>
                              <a:rPr lang="en-US" sz="160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I</m:t>
                            </m:r>
                            <m:r>
                              <a:rPr lang="en-GB" sz="1600" b="0" i="1" baseline="3000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160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∂</m:t>
                            </m:r>
                            <m:r>
                              <m:rPr>
                                <m:nor/>
                              </m:rPr>
                              <a:rPr lang="en-US" sz="160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I</m:t>
                            </m:r>
                            <m:r>
                              <a:rPr lang="en-GB" sz="1600" i="1" baseline="3000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1600" b="0" i="1" baseline="-2500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oMath>
                    </m:oMathPara>
                  </a14:m>
                  <a:endParaRPr 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B75F302-D0C7-C568-A9B4-8FA1F96634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2668" y="2949646"/>
                  <a:ext cx="367088" cy="474553"/>
                </a:xfrm>
                <a:prstGeom prst="rect">
                  <a:avLst/>
                </a:prstGeom>
                <a:blipFill>
                  <a:blip r:embed="rId3"/>
                  <a:stretch>
                    <a:fillRect b="-641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12F6BA6-AE15-A680-A76F-4F8609880DA3}"/>
                </a:ext>
              </a:extLst>
            </p:cNvPr>
            <p:cNvSpPr txBox="1"/>
            <p:nvPr/>
          </p:nvSpPr>
          <p:spPr>
            <a:xfrm>
              <a:off x="4730233" y="1734305"/>
              <a:ext cx="387927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dirty="0">
                  <a:solidFill>
                    <a:srgbClr val="D97706"/>
                  </a:solidFill>
                </a:rPr>
                <a:t>L(</a:t>
              </a:r>
              <a:r>
                <a:rPr lang="en-GB" b="1" dirty="0">
                  <a:solidFill>
                    <a:srgbClr val="D9770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  <a:r>
                <a:rPr lang="en-GB" b="1" baseline="30000" dirty="0">
                  <a:solidFill>
                    <a:srgbClr val="D9770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r>
                <a:rPr lang="en-GB" dirty="0">
                  <a:solidFill>
                    <a:srgbClr val="D97706"/>
                  </a:solidFill>
                </a:rPr>
                <a:t>)</a:t>
              </a:r>
              <a:endParaRPr lang="en-US" dirty="0">
                <a:solidFill>
                  <a:srgbClr val="D9770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7E054045-C10E-1FBE-2628-A68B6D6FDDC0}"/>
                    </a:ext>
                  </a:extLst>
                </p:cNvPr>
                <p:cNvSpPr txBox="1"/>
                <p:nvPr/>
              </p:nvSpPr>
              <p:spPr>
                <a:xfrm>
                  <a:off x="4764697" y="2949646"/>
                  <a:ext cx="291747" cy="47455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160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∂</m:t>
                            </m:r>
                            <m:r>
                              <a:rPr lang="en-GB" sz="160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160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∂</m:t>
                            </m:r>
                            <m:r>
                              <m:rPr>
                                <m:nor/>
                              </m:rPr>
                              <a:rPr lang="en-US" sz="160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I</m:t>
                            </m:r>
                            <m:r>
                              <a:rPr lang="en-GB" sz="1600" i="1" baseline="3000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7E054045-C10E-1FBE-2628-A68B6D6FDD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4697" y="2949646"/>
                  <a:ext cx="291747" cy="47455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5D53D1-CD57-124F-B916-708ECAF8BAE9}"/>
                </a:ext>
              </a:extLst>
            </p:cNvPr>
            <p:cNvSpPr txBox="1"/>
            <p:nvPr/>
          </p:nvSpPr>
          <p:spPr>
            <a:xfrm>
              <a:off x="2455289" y="577311"/>
              <a:ext cx="3016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  <a:r>
                <a:rPr lang="en-GB" sz="1400" b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7FA0739-A6FC-340C-51F6-A21F5254EF2D}"/>
                </a:ext>
              </a:extLst>
            </p:cNvPr>
            <p:cNvSpPr txBox="1"/>
            <p:nvPr/>
          </p:nvSpPr>
          <p:spPr>
            <a:xfrm>
              <a:off x="3278370" y="604937"/>
              <a:ext cx="3016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  <a:r>
                <a:rPr lang="en-GB" sz="1400" b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8AE43F1-763B-192A-08AC-21065834C560}"/>
                </a:ext>
              </a:extLst>
            </p:cNvPr>
            <p:cNvSpPr txBox="1"/>
            <p:nvPr/>
          </p:nvSpPr>
          <p:spPr>
            <a:xfrm>
              <a:off x="4061019" y="920852"/>
              <a:ext cx="3016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  <a:r>
                <a:rPr lang="en-GB" sz="1400" b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68409F3-CC95-FD15-443A-85B57DF763BB}"/>
                </a:ext>
              </a:extLst>
            </p:cNvPr>
            <p:cNvSpPr txBox="1"/>
            <p:nvPr/>
          </p:nvSpPr>
          <p:spPr>
            <a:xfrm>
              <a:off x="1944493" y="647618"/>
              <a:ext cx="4219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W</a:t>
              </a:r>
              <a:r>
                <a:rPr lang="en-GB" sz="1400" b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8105636-1DD7-C2FB-075E-E7F6F3F2E918}"/>
                </a:ext>
              </a:extLst>
            </p:cNvPr>
            <p:cNvSpPr txBox="1"/>
            <p:nvPr/>
          </p:nvSpPr>
          <p:spPr>
            <a:xfrm>
              <a:off x="2800055" y="652523"/>
              <a:ext cx="5902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>
                  <a:solidFill>
                    <a:srgbClr val="F8C64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</a:t>
              </a:r>
              <a:r>
                <a:rPr lang="en-GB" sz="1400" b="1" baseline="30000" dirty="0">
                  <a:solidFill>
                    <a:srgbClr val="F8C64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GB" sz="1400" b="1" baseline="-25000" dirty="0">
                  <a:solidFill>
                    <a:srgbClr val="F8C64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1,1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8106EC0-A37C-9FDE-3D66-79079319806F}"/>
                </a:ext>
              </a:extLst>
            </p:cNvPr>
            <p:cNvSpPr txBox="1"/>
            <p:nvPr/>
          </p:nvSpPr>
          <p:spPr>
            <a:xfrm>
              <a:off x="3643663" y="845083"/>
              <a:ext cx="4219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W</a:t>
              </a:r>
              <a:r>
                <a:rPr lang="en-GB" sz="1400" b="1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8B4363F-9D70-1EB4-EBCD-ADA1C31F2782}"/>
                </a:ext>
              </a:extLst>
            </p:cNvPr>
            <p:cNvSpPr txBox="1"/>
            <p:nvPr/>
          </p:nvSpPr>
          <p:spPr>
            <a:xfrm>
              <a:off x="1525224" y="46631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en-GB" sz="1400" b="1" baseline="30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9028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114</Words>
  <Application>Microsoft Office PowerPoint</Application>
  <PresentationFormat>Widescreen</PresentationFormat>
  <Paragraphs>105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Joe</dc:creator>
  <cp:lastModifiedBy>Joe Ziminski</cp:lastModifiedBy>
  <cp:revision>11</cp:revision>
  <dcterms:created xsi:type="dcterms:W3CDTF">2025-12-09T19:46:18Z</dcterms:created>
  <dcterms:modified xsi:type="dcterms:W3CDTF">2025-12-17T01:51:29Z</dcterms:modified>
</cp:coreProperties>
</file>