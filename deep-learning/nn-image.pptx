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5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4574-C099-4C02-AAC9-6FA058552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E9FF5-D726-4430-9ED3-01C405A2D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68030-EDEF-4EB9-A276-40999618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5D1B6-D3BD-4406-AD0F-8BFE51FF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75BD4-A982-4066-B0F3-7F3872F4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19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7036-0DA1-4274-B913-8D6558DE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62F1-8635-42B8-9098-078C83556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BB9C-0888-4B81-A1FD-F1E7DF86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EE7F6-5A28-46F9-AAAD-B4A192EF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5854-4627-425F-99E5-CD0EA20B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50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E0E5-6A23-4E74-85B6-3062E741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25A7-F682-44B9-8DD9-488FC985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4FB0-3D9A-4078-993C-AB813345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05DA-D2B0-44CE-9822-C6F58D70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87C2-6B30-44A3-9D89-70F7DF59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46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8339-B2BE-4090-9342-F654F9CE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CBCE-6A36-4500-B5A6-9E6967395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32E2-DEC3-4344-97C1-7508FD38D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A28B4-FCEC-436F-9356-33896B91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A19C9-B061-4054-AB85-29AD36C4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84646-3133-4E5A-B8E0-63405B1A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99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1F12-3694-4D1E-BBA8-85D3AEF0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A9F3F-A030-4752-BF88-C13BC1737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6F0FB-76FD-4B21-BB7A-FE447C460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12C34-D644-4575-B01B-8BC111E80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483AF-874F-4D9E-A020-4D7C97334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48D8B-7107-47BE-861D-6E097F7C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9D037-670D-4400-B1E4-07E0E280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C17AA-2E0C-4B2F-B951-85ABFE60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86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3FA8-123A-4998-AAF0-B8FDE6A1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96869-2243-454C-9BF7-D9C871E7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58AEA-DDF8-46F4-9EC9-006A9AD8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6EFD2-4804-4F7B-8B7A-5894407B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79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D0DA6-D105-432F-9DBC-1FEC3DEC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7D7AC-2711-4312-8A3A-71C59512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A15FD-DBE1-46D6-9662-C80C6AC9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10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662A-AF8B-4762-858C-EE981753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295E-692B-4A83-89C6-F551B25ED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84C71-D880-4DE8-A9B5-67A91B649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C42B7-64E3-4A49-844D-DBC729C4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D8E7-8023-4A61-B0A1-BE22D747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DA71C-4ECE-4CF3-807D-853D7D68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1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044C-0D56-429C-95C4-1B417B54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97D56-D369-48E6-B686-103F1FE3A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040A-BE7B-4D3D-A22D-A143D4A26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BA927-65E0-462C-ACF7-21A7F29D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BD2B6-827D-4B60-B455-4D81665F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88FF5-CBC7-46FE-A863-484782AE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69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B0DF-9046-40D0-9AAA-A48CE392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C4098-649E-44DC-98B2-2081EE8FC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B0D7-C96E-4FA4-8DBD-5DD898A9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E716-5C73-4CDA-859A-B57BCE6A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8ED22-F248-4240-99FE-C6FC9041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98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85DC3-F5B1-4400-A7A2-7F90B1AEC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B50E6-D437-41CB-AE28-C91433021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0BA4-7F91-4C11-984C-598D56A7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AF22A-BEEA-4761-B377-6D099406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821C-115B-4E22-804E-BABA0F50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08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22AD4-4365-485A-A33F-EACB9F55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C9709-1FF9-46D5-B246-A704F7ADD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06B8D-AF3E-44B6-84AE-F60092270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23A3D-B8FD-408C-89CB-84E8ADAB88B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1DAD-EB54-4292-A12B-062EA44F5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2E0C-F380-4850-AA7E-4EE3F78FD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8C5305-D93B-4C7F-8FB2-6CE7EA21A5BC}"/>
              </a:ext>
            </a:extLst>
          </p:cNvPr>
          <p:cNvGrpSpPr/>
          <p:nvPr/>
        </p:nvGrpSpPr>
        <p:grpSpPr>
          <a:xfrm>
            <a:off x="1321457" y="559463"/>
            <a:ext cx="3293867" cy="3218149"/>
            <a:chOff x="1321457" y="559463"/>
            <a:chExt cx="3293867" cy="321814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DB13BF-4883-4DD3-8E4C-2847883D9651}"/>
                </a:ext>
              </a:extLst>
            </p:cNvPr>
            <p:cNvSpPr txBox="1"/>
            <p:nvPr/>
          </p:nvSpPr>
          <p:spPr>
            <a:xfrm>
              <a:off x="1543419" y="1559056"/>
              <a:ext cx="2423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936720-431E-4852-8D11-38B2079FE260}"/>
                </a:ext>
              </a:extLst>
            </p:cNvPr>
            <p:cNvSpPr txBox="1"/>
            <p:nvPr/>
          </p:nvSpPr>
          <p:spPr>
            <a:xfrm>
              <a:off x="2450550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597DA18-EA28-4A4F-8E83-426FE8C04159}"/>
                </a:ext>
              </a:extLst>
            </p:cNvPr>
            <p:cNvCxnSpPr>
              <a:cxnSpLocks/>
            </p:cNvCxnSpPr>
            <p:nvPr/>
          </p:nvCxnSpPr>
          <p:spPr>
            <a:xfrm>
              <a:off x="1651819" y="837708"/>
              <a:ext cx="926199" cy="141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F040792-75D7-40DD-A971-62A77D7F9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2834" y="979293"/>
              <a:ext cx="935184" cy="21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52D7C26-75BD-4EF6-B2ED-6824A2D705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9517" y="985192"/>
              <a:ext cx="908501" cy="5250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68F9F78-0CA9-4737-9F8B-960CB12E9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3" y="985192"/>
              <a:ext cx="920126" cy="1922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0F86DD2-870A-42BF-A83F-2E245D6CB849}"/>
                </a:ext>
              </a:extLst>
            </p:cNvPr>
            <p:cNvCxnSpPr>
              <a:cxnSpLocks/>
            </p:cNvCxnSpPr>
            <p:nvPr/>
          </p:nvCxnSpPr>
          <p:spPr>
            <a:xfrm>
              <a:off x="1653447" y="1193893"/>
              <a:ext cx="912772" cy="1275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1A1CDAA-7D5A-494A-844D-40485F22EDAC}"/>
                </a:ext>
              </a:extLst>
            </p:cNvPr>
            <p:cNvCxnSpPr>
              <a:cxnSpLocks/>
            </p:cNvCxnSpPr>
            <p:nvPr/>
          </p:nvCxnSpPr>
          <p:spPr>
            <a:xfrm>
              <a:off x="1669517" y="839033"/>
              <a:ext cx="920300" cy="49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199D7C1-0749-4A28-99B0-96F6ABBD8190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06" y="837708"/>
              <a:ext cx="932511" cy="8318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FEDF26F-F79D-43D4-8095-37FF875B4E61}"/>
                </a:ext>
              </a:extLst>
            </p:cNvPr>
            <p:cNvCxnSpPr>
              <a:cxnSpLocks/>
            </p:cNvCxnSpPr>
            <p:nvPr/>
          </p:nvCxnSpPr>
          <p:spPr>
            <a:xfrm>
              <a:off x="1655939" y="831760"/>
              <a:ext cx="922079" cy="19763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984138A-9E88-4F23-8309-75BB05103621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64" y="1197005"/>
              <a:ext cx="928453" cy="4548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71F1B08-D549-4429-96B1-644B852C951C}"/>
                </a:ext>
              </a:extLst>
            </p:cNvPr>
            <p:cNvCxnSpPr>
              <a:cxnSpLocks/>
            </p:cNvCxnSpPr>
            <p:nvPr/>
          </p:nvCxnSpPr>
          <p:spPr>
            <a:xfrm>
              <a:off x="1664692" y="1207389"/>
              <a:ext cx="925125" cy="16243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82FDC38-33E1-4637-8851-E9D8897D7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631" y="1327355"/>
              <a:ext cx="917186" cy="1803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2738A06-BAE0-4D33-9405-60B5EFF5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12902"/>
              <a:ext cx="906130" cy="127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791303D-8C54-4CE2-B26B-8198ACDC3B1F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27874"/>
              <a:ext cx="912029" cy="12979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CE8A937-905C-403C-A2C6-ED48E1DAFA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190" y="2819892"/>
              <a:ext cx="935627" cy="742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ED8B3F8-3782-4433-B6EF-868F71E83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371" y="1321455"/>
              <a:ext cx="923546" cy="15578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CECB155-C5C6-4001-A7DB-D582DDAD7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335" y="1645920"/>
              <a:ext cx="930582" cy="12402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649FBC7-98FA-40BA-8B7A-43B82A50F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3573" y="967494"/>
              <a:ext cx="824455" cy="214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0A2621EA-B0C6-459F-A5B5-3D56C9241D78}"/>
                </a:ext>
              </a:extLst>
            </p:cNvPr>
            <p:cNvCxnSpPr>
              <a:cxnSpLocks/>
            </p:cNvCxnSpPr>
            <p:nvPr/>
          </p:nvCxnSpPr>
          <p:spPr>
            <a:xfrm>
              <a:off x="2560140" y="966474"/>
              <a:ext cx="855586" cy="3667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C7BD3ED-F863-4399-8D58-9FAE673854CC}"/>
                </a:ext>
              </a:extLst>
            </p:cNvPr>
            <p:cNvCxnSpPr>
              <a:cxnSpLocks/>
            </p:cNvCxnSpPr>
            <p:nvPr/>
          </p:nvCxnSpPr>
          <p:spPr>
            <a:xfrm>
              <a:off x="2574310" y="966200"/>
              <a:ext cx="835517" cy="6915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EE1BFF2B-8B29-44F4-A3F1-85988ED94A06}"/>
                </a:ext>
              </a:extLst>
            </p:cNvPr>
            <p:cNvCxnSpPr>
              <a:cxnSpLocks/>
            </p:cNvCxnSpPr>
            <p:nvPr/>
          </p:nvCxnSpPr>
          <p:spPr>
            <a:xfrm>
              <a:off x="2554543" y="959388"/>
              <a:ext cx="867083" cy="18605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02CAAE5-16D2-4A15-8B95-35505AE953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323" y="973394"/>
              <a:ext cx="848705" cy="3395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1346266-C941-4F1F-933E-9F9514A35BE0}"/>
                </a:ext>
              </a:extLst>
            </p:cNvPr>
            <p:cNvCxnSpPr>
              <a:cxnSpLocks/>
            </p:cNvCxnSpPr>
            <p:nvPr/>
          </p:nvCxnSpPr>
          <p:spPr>
            <a:xfrm>
              <a:off x="2578242" y="1330783"/>
              <a:ext cx="861082" cy="14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F660F9C0-4D0D-4027-B74F-3F049490F61D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8" y="1319723"/>
              <a:ext cx="817819" cy="3438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E82B7A5-1161-4FF7-A67B-F3859C1E92F1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10" y="1306059"/>
              <a:ext cx="870914" cy="15374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5CC436C-515A-4BF1-805F-7F2C0D480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209" y="979293"/>
              <a:ext cx="823719" cy="6725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3F1FD20-1262-487E-A289-349ACB794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016" y="1339154"/>
              <a:ext cx="824811" cy="3276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745D838-4D7D-4D16-B0F3-E9D231925F54}"/>
                </a:ext>
              </a:extLst>
            </p:cNvPr>
            <p:cNvCxnSpPr>
              <a:cxnSpLocks/>
            </p:cNvCxnSpPr>
            <p:nvPr/>
          </p:nvCxnSpPr>
          <p:spPr>
            <a:xfrm>
              <a:off x="2578751" y="1657296"/>
              <a:ext cx="807479" cy="4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AFE5B67-72C6-45A1-A728-93955BA5B9E6}"/>
                </a:ext>
              </a:extLst>
            </p:cNvPr>
            <p:cNvCxnSpPr>
              <a:cxnSpLocks/>
            </p:cNvCxnSpPr>
            <p:nvPr/>
          </p:nvCxnSpPr>
          <p:spPr>
            <a:xfrm>
              <a:off x="2566956" y="1637765"/>
              <a:ext cx="854670" cy="11526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56DEAB8-250B-4839-87AC-5919FF29F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314" y="979293"/>
              <a:ext cx="766916" cy="18052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A04A05F-D6B9-43F1-B474-D133CF1BF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024" y="1333254"/>
              <a:ext cx="807004" cy="14722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30F806F-0A6A-44E8-8D76-B22D422593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9553" y="1645920"/>
              <a:ext cx="824375" cy="11537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367D210-A483-4FA3-9559-EE4171466655}"/>
                </a:ext>
              </a:extLst>
            </p:cNvPr>
            <p:cNvCxnSpPr>
              <a:cxnSpLocks/>
            </p:cNvCxnSpPr>
            <p:nvPr/>
          </p:nvCxnSpPr>
          <p:spPr>
            <a:xfrm>
              <a:off x="2543718" y="2794066"/>
              <a:ext cx="877908" cy="199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0F85D3E-8C9E-4A50-9F50-80511BBFCA89}"/>
                </a:ext>
              </a:extLst>
            </p:cNvPr>
            <p:cNvCxnSpPr>
              <a:cxnSpLocks/>
            </p:cNvCxnSpPr>
            <p:nvPr/>
          </p:nvCxnSpPr>
          <p:spPr>
            <a:xfrm>
              <a:off x="3394321" y="952975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19137BD-B5DE-4E45-8421-4DD6B1DFCA0D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67" y="975494"/>
              <a:ext cx="841774" cy="6763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60E4527-4A6D-424F-9B79-24FE10AA19C2}"/>
                </a:ext>
              </a:extLst>
            </p:cNvPr>
            <p:cNvCxnSpPr>
              <a:cxnSpLocks/>
            </p:cNvCxnSpPr>
            <p:nvPr/>
          </p:nvCxnSpPr>
          <p:spPr>
            <a:xfrm>
              <a:off x="3381434" y="993557"/>
              <a:ext cx="854303" cy="10240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E774BA1-AC2D-46A6-BAB7-945C47926A2B}"/>
                </a:ext>
              </a:extLst>
            </p:cNvPr>
            <p:cNvCxnSpPr>
              <a:cxnSpLocks/>
            </p:cNvCxnSpPr>
            <p:nvPr/>
          </p:nvCxnSpPr>
          <p:spPr>
            <a:xfrm>
              <a:off x="3372267" y="980433"/>
              <a:ext cx="816275" cy="17450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7178384-E716-47B6-B485-5404BFC74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3103" y="1291959"/>
              <a:ext cx="795439" cy="325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22F79B9-73B2-490F-946D-958FF7FC5D60}"/>
                </a:ext>
              </a:extLst>
            </p:cNvPr>
            <p:cNvCxnSpPr>
              <a:cxnSpLocks/>
            </p:cNvCxnSpPr>
            <p:nvPr/>
          </p:nvCxnSpPr>
          <p:spPr>
            <a:xfrm>
              <a:off x="3393103" y="1329886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F6904AB-8548-4D17-BCBB-1B6E02BF2B44}"/>
                </a:ext>
              </a:extLst>
            </p:cNvPr>
            <p:cNvCxnSpPr>
              <a:cxnSpLocks/>
            </p:cNvCxnSpPr>
            <p:nvPr/>
          </p:nvCxnSpPr>
          <p:spPr>
            <a:xfrm>
              <a:off x="3417613" y="1353370"/>
              <a:ext cx="788627" cy="6524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B634394-BD86-41B9-BCD3-AC9E6ECF2B54}"/>
                </a:ext>
              </a:extLst>
            </p:cNvPr>
            <p:cNvCxnSpPr>
              <a:cxnSpLocks/>
            </p:cNvCxnSpPr>
            <p:nvPr/>
          </p:nvCxnSpPr>
          <p:spPr>
            <a:xfrm>
              <a:off x="3405501" y="1348641"/>
              <a:ext cx="806638" cy="1382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3A364B62-3891-474B-AFE8-A660F7227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909" y="1297858"/>
              <a:ext cx="813331" cy="3630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D9EA7B7-43AC-4C2E-8CE2-1CEAC4411A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738" y="1663618"/>
              <a:ext cx="754804" cy="136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8ED410-9381-4437-8AA9-A6F25AE0113E}"/>
                </a:ext>
              </a:extLst>
            </p:cNvPr>
            <p:cNvCxnSpPr>
              <a:cxnSpLocks/>
            </p:cNvCxnSpPr>
            <p:nvPr/>
          </p:nvCxnSpPr>
          <p:spPr>
            <a:xfrm>
              <a:off x="3405809" y="1654089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9A72B89-C0D8-4B45-9E28-BABF12A19F3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21" y="1665876"/>
              <a:ext cx="817819" cy="1065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C3FEC10-EFBA-42FF-B77C-D2B7566F8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5809" y="1297858"/>
              <a:ext cx="770934" cy="1494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DB9C6E1-9C11-4689-95D1-B71556031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413" y="1645920"/>
              <a:ext cx="800928" cy="11517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BA28E61-94E3-4B74-9BD2-F3E0D358E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726" y="1952687"/>
              <a:ext cx="802313" cy="8377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C3A6C61-A680-4724-8E04-2D6796485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162" y="2701905"/>
              <a:ext cx="800877" cy="801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68352D2-8826-48AA-8FFB-07513BC7110F}"/>
                </a:ext>
              </a:extLst>
            </p:cNvPr>
            <p:cNvSpPr txBox="1"/>
            <p:nvPr/>
          </p:nvSpPr>
          <p:spPr>
            <a:xfrm>
              <a:off x="4070612" y="1896323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4B36BD4-55D3-497A-9BFC-DA4B34AA704D}"/>
                </a:ext>
              </a:extLst>
            </p:cNvPr>
            <p:cNvGrpSpPr/>
            <p:nvPr/>
          </p:nvGrpSpPr>
          <p:grpSpPr>
            <a:xfrm>
              <a:off x="4087723" y="1184796"/>
              <a:ext cx="369172" cy="310126"/>
              <a:chOff x="1552576" y="642938"/>
              <a:chExt cx="369172" cy="310126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96329B6-B262-44FE-9E61-9DF7B4D0D6DF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8A6EA82-C90C-4070-98F4-739657382D9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1F49486-62F6-4610-BC0B-59F40D566724}"/>
                </a:ext>
              </a:extLst>
            </p:cNvPr>
            <p:cNvGrpSpPr/>
            <p:nvPr/>
          </p:nvGrpSpPr>
          <p:grpSpPr>
            <a:xfrm>
              <a:off x="4087723" y="1535888"/>
              <a:ext cx="369172" cy="310126"/>
              <a:chOff x="1552576" y="642938"/>
              <a:chExt cx="369172" cy="310126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123F5DFE-ED93-4BC2-995A-7457771E915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CF30CF7-3B69-4356-86E2-5829118C72B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A0974A8-332F-48F9-9B01-B03E0EA41E11}"/>
                </a:ext>
              </a:extLst>
            </p:cNvPr>
            <p:cNvGrpSpPr/>
            <p:nvPr/>
          </p:nvGrpSpPr>
          <p:grpSpPr>
            <a:xfrm>
              <a:off x="4087723" y="2604322"/>
              <a:ext cx="438100" cy="310126"/>
              <a:chOff x="1552576" y="642938"/>
              <a:chExt cx="438100" cy="31012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4582E16-BAF3-4510-9E63-E3D8DC033BA0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5D98DB1-5B7D-4042-9CE1-D99ED9DDA87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225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10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0A577C2-3BEE-4282-AE58-C67D1BCFE150}"/>
                </a:ext>
              </a:extLst>
            </p:cNvPr>
            <p:cNvGrpSpPr/>
            <p:nvPr/>
          </p:nvGrpSpPr>
          <p:grpSpPr>
            <a:xfrm>
              <a:off x="4087723" y="1866454"/>
              <a:ext cx="369172" cy="310126"/>
              <a:chOff x="1552576" y="642938"/>
              <a:chExt cx="369172" cy="310126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D5D7D1A6-3AF8-4765-AB73-96243ACB72ED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5AF81BE-FECD-4CD8-8BB6-20E9ABE3B35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CB624E-56FB-4CA7-8611-48C19EDCCC5D}"/>
                </a:ext>
              </a:extLst>
            </p:cNvPr>
            <p:cNvGrpSpPr/>
            <p:nvPr/>
          </p:nvGrpSpPr>
          <p:grpSpPr>
            <a:xfrm>
              <a:off x="1567015" y="737160"/>
              <a:ext cx="369172" cy="310126"/>
              <a:chOff x="1552576" y="642938"/>
              <a:chExt cx="369172" cy="31012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3105C2-8874-4C98-B275-68DCF72DF923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AD644A6-1472-4BA6-9F8B-741D9830074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C5A433-E5A9-4137-BE9A-171B11F955E9}"/>
                </a:ext>
              </a:extLst>
            </p:cNvPr>
            <p:cNvGrpSpPr/>
            <p:nvPr/>
          </p:nvGrpSpPr>
          <p:grpSpPr>
            <a:xfrm>
              <a:off x="1567015" y="1088252"/>
              <a:ext cx="369172" cy="310126"/>
              <a:chOff x="1552576" y="642938"/>
              <a:chExt cx="369172" cy="3101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44D7B54-679F-40C9-AA14-4428F9A7A9DF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52F02F-29B4-4AF4-BBA2-9A0786A75B6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4659F4F-1FAC-458E-8AFC-7B7A60E3D506}"/>
                </a:ext>
              </a:extLst>
            </p:cNvPr>
            <p:cNvGrpSpPr/>
            <p:nvPr/>
          </p:nvGrpSpPr>
          <p:grpSpPr>
            <a:xfrm>
              <a:off x="1567015" y="1413413"/>
              <a:ext cx="369172" cy="310126"/>
              <a:chOff x="1552576" y="642938"/>
              <a:chExt cx="369172" cy="310126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5F9F659-DDC8-4974-B517-932F39963647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10E9AD-2F92-4FB3-B393-8EFD85D2EA93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DB07B84-086F-4D8A-B4AE-2F7B421BE387}"/>
                </a:ext>
              </a:extLst>
            </p:cNvPr>
            <p:cNvGrpSpPr/>
            <p:nvPr/>
          </p:nvGrpSpPr>
          <p:grpSpPr>
            <a:xfrm>
              <a:off x="1567015" y="2811503"/>
              <a:ext cx="507030" cy="310126"/>
              <a:chOff x="1552576" y="642938"/>
              <a:chExt cx="507030" cy="31012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3A25CBD-1C79-4EAC-9D17-B24024D72045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C9921EF-9C02-4B6B-9C6D-9D36FAED9F47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784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6B008E4-71C3-4D73-9279-EF277138E1A6}"/>
                </a:ext>
              </a:extLst>
            </p:cNvPr>
            <p:cNvGrpSpPr/>
            <p:nvPr/>
          </p:nvGrpSpPr>
          <p:grpSpPr>
            <a:xfrm>
              <a:off x="2472874" y="871801"/>
              <a:ext cx="369172" cy="310126"/>
              <a:chOff x="1552576" y="642938"/>
              <a:chExt cx="369172" cy="31012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EFF7D59-F55B-4F0A-B4B0-0018201A3306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C7FF01E-C136-4B6A-81AF-DD9D2228DFBE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E1C11EB-FAE7-4A41-945C-7ABEFD12E28D}"/>
                </a:ext>
              </a:extLst>
            </p:cNvPr>
            <p:cNvGrpSpPr/>
            <p:nvPr/>
          </p:nvGrpSpPr>
          <p:grpSpPr>
            <a:xfrm>
              <a:off x="2472874" y="1222893"/>
              <a:ext cx="369172" cy="310126"/>
              <a:chOff x="1552576" y="642938"/>
              <a:chExt cx="369172" cy="3101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E61DBC-FC18-4E82-836F-AB943349798A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382412-9676-456D-AFB6-DB8894B7CD9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0F666B5-620F-493A-9146-4280D408B412}"/>
                </a:ext>
              </a:extLst>
            </p:cNvPr>
            <p:cNvGrpSpPr/>
            <p:nvPr/>
          </p:nvGrpSpPr>
          <p:grpSpPr>
            <a:xfrm>
              <a:off x="2472874" y="1548054"/>
              <a:ext cx="369172" cy="310126"/>
              <a:chOff x="1552576" y="642938"/>
              <a:chExt cx="369172" cy="31012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1057218-DFA4-48EC-BCC0-F3645872176A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438F1F-ED20-4A5B-9C5A-DD6A9DAB314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16FA5-6728-4EE1-A8A7-6A4C6D4204D9}"/>
                </a:ext>
              </a:extLst>
            </p:cNvPr>
            <p:cNvGrpSpPr/>
            <p:nvPr/>
          </p:nvGrpSpPr>
          <p:grpSpPr>
            <a:xfrm>
              <a:off x="2472874" y="2689859"/>
              <a:ext cx="507030" cy="310126"/>
              <a:chOff x="1552576" y="642938"/>
              <a:chExt cx="507030" cy="31012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61EA848-7133-4608-97BA-771316733D9E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4934844-18A3-43CA-AA23-49FAB84F0016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36888EF-49BE-4CDE-B2CC-70E86E7196CC}"/>
                </a:ext>
              </a:extLst>
            </p:cNvPr>
            <p:cNvSpPr txBox="1"/>
            <p:nvPr/>
          </p:nvSpPr>
          <p:spPr>
            <a:xfrm>
              <a:off x="3274748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FBBB1DE-34C0-4D27-9D9E-9E95C5B217EE}"/>
                </a:ext>
              </a:extLst>
            </p:cNvPr>
            <p:cNvGrpSpPr/>
            <p:nvPr/>
          </p:nvGrpSpPr>
          <p:grpSpPr>
            <a:xfrm>
              <a:off x="3297071" y="871801"/>
              <a:ext cx="369172" cy="310126"/>
              <a:chOff x="1552576" y="642938"/>
              <a:chExt cx="369172" cy="310126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B75B6E7-B8DC-47A5-87FE-8DE66A3BB6C2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746D02-F387-44F8-9D72-F03A89AFBCD9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AF9FE23-7479-4CA6-A0B7-0243ECDEE64F}"/>
                </a:ext>
              </a:extLst>
            </p:cNvPr>
            <p:cNvGrpSpPr/>
            <p:nvPr/>
          </p:nvGrpSpPr>
          <p:grpSpPr>
            <a:xfrm>
              <a:off x="3297071" y="1222893"/>
              <a:ext cx="369172" cy="310126"/>
              <a:chOff x="1552576" y="642938"/>
              <a:chExt cx="369172" cy="310126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C76C32E-77F0-4E64-9E89-A31C7BE0384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E6AC8BC-428F-4358-A931-BA633ADA6E5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0185714-EFB6-4EFC-AC29-45B21C0BA234}"/>
                </a:ext>
              </a:extLst>
            </p:cNvPr>
            <p:cNvGrpSpPr/>
            <p:nvPr/>
          </p:nvGrpSpPr>
          <p:grpSpPr>
            <a:xfrm>
              <a:off x="3297071" y="2689859"/>
              <a:ext cx="507030" cy="310126"/>
              <a:chOff x="1552576" y="642938"/>
              <a:chExt cx="507030" cy="31012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B0A3613-9A76-4AF2-8DF8-7F83FA2E0274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9813DAC-CC8E-4C8C-848A-E94DBCBEEA0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31133A1-5784-4C38-8B34-FF275731B658}"/>
                </a:ext>
              </a:extLst>
            </p:cNvPr>
            <p:cNvGrpSpPr/>
            <p:nvPr/>
          </p:nvGrpSpPr>
          <p:grpSpPr>
            <a:xfrm>
              <a:off x="3297071" y="1548054"/>
              <a:ext cx="369172" cy="310126"/>
              <a:chOff x="1552576" y="642938"/>
              <a:chExt cx="369172" cy="310126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8C0A41B8-DDB8-4582-968D-0B77E16A4AFC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35964CB-112E-49CB-B307-B23BC2537DE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EA97ADC-4EA8-40BF-BB72-636A337709A3}"/>
                </a:ext>
              </a:extLst>
            </p:cNvPr>
            <p:cNvSpPr/>
            <p:nvPr/>
          </p:nvSpPr>
          <p:spPr>
            <a:xfrm>
              <a:off x="1321457" y="560439"/>
              <a:ext cx="777721" cy="2696005"/>
            </a:xfrm>
            <a:prstGeom prst="rect">
              <a:avLst/>
            </a:prstGeom>
            <a:noFill/>
            <a:ln w="476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7BF5DE9-4F8E-4B5E-AF2E-DFA9C1CCC188}"/>
                </a:ext>
              </a:extLst>
            </p:cNvPr>
            <p:cNvSpPr/>
            <p:nvPr/>
          </p:nvSpPr>
          <p:spPr>
            <a:xfrm>
              <a:off x="3792299" y="559463"/>
              <a:ext cx="777721" cy="2696005"/>
            </a:xfrm>
            <a:prstGeom prst="rect">
              <a:avLst/>
            </a:prstGeom>
            <a:noFill/>
            <a:ln w="476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5FE8373A-EFD2-4A4F-9C5E-0C17CFF5864C}"/>
                </a:ext>
              </a:extLst>
            </p:cNvPr>
            <p:cNvSpPr txBox="1"/>
            <p:nvPr/>
          </p:nvSpPr>
          <p:spPr>
            <a:xfrm>
              <a:off x="1361503" y="323699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8B3439C-F53A-480A-B902-2B6642FDDD69}"/>
                </a:ext>
              </a:extLst>
            </p:cNvPr>
            <p:cNvSpPr txBox="1"/>
            <p:nvPr/>
          </p:nvSpPr>
          <p:spPr>
            <a:xfrm>
              <a:off x="3738161" y="326884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C571F96-7B0B-415F-9B89-EB027D087BB8}"/>
                </a:ext>
              </a:extLst>
            </p:cNvPr>
            <p:cNvSpPr txBox="1"/>
            <p:nvPr/>
          </p:nvSpPr>
          <p:spPr>
            <a:xfrm>
              <a:off x="2242455" y="3408280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Learn p(y|</a:t>
              </a:r>
              <a:r>
                <a:rPr lang="en-GB" b="1" dirty="0">
                  <a:latin typeface="Arial" panose="020B0604020202020204" pitchFamily="34" charset="0"/>
                  <a:cs typeface="Arial" panose="020B0604020202020204" pitchFamily="34" charset="0"/>
                </a:rPr>
                <a:t>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335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37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</dc:creator>
  <cp:lastModifiedBy>Joe</cp:lastModifiedBy>
  <cp:revision>5</cp:revision>
  <dcterms:created xsi:type="dcterms:W3CDTF">2025-12-09T19:46:18Z</dcterms:created>
  <dcterms:modified xsi:type="dcterms:W3CDTF">2025-12-09T20:16:00Z</dcterms:modified>
</cp:coreProperties>
</file>